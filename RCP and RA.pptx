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4"/>
  </p:sldMasterIdLst>
  <p:notesMasterIdLst>
    <p:notesMasterId r:id="rId11"/>
  </p:notesMasterIdLst>
  <p:sldIdLst>
    <p:sldId id="446" r:id="rId5"/>
    <p:sldId id="2147471426" r:id="rId6"/>
    <p:sldId id="2147474787" r:id="rId7"/>
    <p:sldId id="2147471427" r:id="rId8"/>
    <p:sldId id="2147471428" r:id="rId9"/>
    <p:sldId id="44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05206D-48F3-337E-42B8-23558288EABE}" name="Christian Mardmoeller" initials="CM" userId="S::christian.mardmoeller@renesas.com::025fe021-be8e-4ad0-b58e-b629ef9c4eab" providerId="AD"/>
  <p188:author id="{33AAA8BF-3069-5C1B-F4F8-7B459F9236AA}" name="Tobias Belitz" initials="TB" userId="S::tobias.belitz@renesas.com::ac6c724c-29e4-4ebc-a513-d0c2c8f276b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2A2F69"/>
    <a:srgbClr val="2E3174"/>
    <a:srgbClr val="D175D1"/>
    <a:srgbClr val="BF9600"/>
    <a:srgbClr val="D70000"/>
    <a:srgbClr val="A3D175"/>
    <a:srgbClr val="BFBEBE"/>
    <a:srgbClr val="706F6F"/>
    <a:srgbClr val="999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7" autoAdjust="0"/>
  </p:normalViewPr>
  <p:slideViewPr>
    <p:cSldViewPr showGuides="1">
      <p:cViewPr varScale="1">
        <p:scale>
          <a:sx n="112" d="100"/>
          <a:sy n="112" d="100"/>
        </p:scale>
        <p:origin x="468" y="324"/>
      </p:cViewPr>
      <p:guideLst/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Belitz" userId="ac6c724c-29e4-4ebc-a513-d0c2c8f276b9" providerId="ADAL" clId="{7D996F30-6869-4F96-BF81-A2DB654D073F}"/>
    <pc:docChg chg="undo custSel addSld delSld modSld sldOrd">
      <pc:chgData name="Tobias Belitz" userId="ac6c724c-29e4-4ebc-a513-d0c2c8f276b9" providerId="ADAL" clId="{7D996F30-6869-4F96-BF81-A2DB654D073F}" dt="2026-01-22T10:21:00.013" v="1392" actId="20577"/>
      <pc:docMkLst>
        <pc:docMk/>
      </pc:docMkLst>
      <pc:sldChg chg="modSp mod">
        <pc:chgData name="Tobias Belitz" userId="ac6c724c-29e4-4ebc-a513-d0c2c8f276b9" providerId="ADAL" clId="{7D996F30-6869-4F96-BF81-A2DB654D073F}" dt="2026-01-08T15:01:32.071" v="787" actId="20577"/>
        <pc:sldMkLst>
          <pc:docMk/>
          <pc:sldMk cId="1635264174" sldId="446"/>
        </pc:sldMkLst>
        <pc:spChg chg="mod">
          <ac:chgData name="Tobias Belitz" userId="ac6c724c-29e4-4ebc-a513-d0c2c8f276b9" providerId="ADAL" clId="{7D996F30-6869-4F96-BF81-A2DB654D073F}" dt="2026-01-08T13:34:17.314" v="257" actId="20577"/>
          <ac:spMkLst>
            <pc:docMk/>
            <pc:sldMk cId="1635264174" sldId="446"/>
            <ac:spMk id="4" creationId="{F793D2C1-189E-426A-BA39-83C864F5757E}"/>
          </ac:spMkLst>
        </pc:spChg>
        <pc:spChg chg="mod">
          <ac:chgData name="Tobias Belitz" userId="ac6c724c-29e4-4ebc-a513-d0c2c8f276b9" providerId="ADAL" clId="{7D996F30-6869-4F96-BF81-A2DB654D073F}" dt="2026-01-08T15:01:32.071" v="787" actId="20577"/>
          <ac:spMkLst>
            <pc:docMk/>
            <pc:sldMk cId="1635264174" sldId="446"/>
            <ac:spMk id="5" creationId="{0F39D8C0-9CEA-4B8A-ADF1-004E1B89C357}"/>
          </ac:spMkLst>
        </pc:spChg>
      </pc:sldChg>
      <pc:sldChg chg="modSp mod">
        <pc:chgData name="Tobias Belitz" userId="ac6c724c-29e4-4ebc-a513-d0c2c8f276b9" providerId="ADAL" clId="{7D996F30-6869-4F96-BF81-A2DB654D073F}" dt="2026-01-08T13:20:06.658" v="25" actId="1076"/>
        <pc:sldMkLst>
          <pc:docMk/>
          <pc:sldMk cId="193142975" sldId="2147471426"/>
        </pc:sldMkLst>
        <pc:spChg chg="mod">
          <ac:chgData name="Tobias Belitz" userId="ac6c724c-29e4-4ebc-a513-d0c2c8f276b9" providerId="ADAL" clId="{7D996F30-6869-4F96-BF81-A2DB654D073F}" dt="2026-01-08T13:18:57.417" v="21" actId="20577"/>
          <ac:spMkLst>
            <pc:docMk/>
            <pc:sldMk cId="193142975" sldId="2147471426"/>
            <ac:spMk id="2" creationId="{121D9AEE-256B-C89A-0DC9-2079608CB16D}"/>
          </ac:spMkLst>
        </pc:spChg>
        <pc:spChg chg="mod">
          <ac:chgData name="Tobias Belitz" userId="ac6c724c-29e4-4ebc-a513-d0c2c8f276b9" providerId="ADAL" clId="{7D996F30-6869-4F96-BF81-A2DB654D073F}" dt="2026-01-08T13:20:06.658" v="25" actId="1076"/>
          <ac:spMkLst>
            <pc:docMk/>
            <pc:sldMk cId="193142975" sldId="2147471426"/>
            <ac:spMk id="3" creationId="{2306F929-299C-B32D-4A52-3D08F540679B}"/>
          </ac:spMkLst>
        </pc:spChg>
      </pc:sldChg>
      <pc:sldChg chg="addSp delSp modSp new mod">
        <pc:chgData name="Tobias Belitz" userId="ac6c724c-29e4-4ebc-a513-d0c2c8f276b9" providerId="ADAL" clId="{7D996F30-6869-4F96-BF81-A2DB654D073F}" dt="2026-01-08T14:56:02.854" v="569" actId="20577"/>
        <pc:sldMkLst>
          <pc:docMk/>
          <pc:sldMk cId="2058346449" sldId="2147471427"/>
        </pc:sldMkLst>
        <pc:spChg chg="mod">
          <ac:chgData name="Tobias Belitz" userId="ac6c724c-29e4-4ebc-a513-d0c2c8f276b9" providerId="ADAL" clId="{7D996F30-6869-4F96-BF81-A2DB654D073F}" dt="2026-01-08T13:48:06.913" v="388" actId="20577"/>
          <ac:spMkLst>
            <pc:docMk/>
            <pc:sldMk cId="2058346449" sldId="2147471427"/>
            <ac:spMk id="2" creationId="{E905F7E9-B5E1-C9BA-467D-BAF4272AF26C}"/>
          </ac:spMkLst>
        </pc:spChg>
        <pc:spChg chg="mod">
          <ac:chgData name="Tobias Belitz" userId="ac6c724c-29e4-4ebc-a513-d0c2c8f276b9" providerId="ADAL" clId="{7D996F30-6869-4F96-BF81-A2DB654D073F}" dt="2026-01-08T14:50:57.755" v="477" actId="1035"/>
          <ac:spMkLst>
            <pc:docMk/>
            <pc:sldMk cId="2058346449" sldId="2147471427"/>
            <ac:spMk id="3" creationId="{DF0CFA49-0202-1258-96DF-86B203055D16}"/>
          </ac:spMkLst>
        </pc:spChg>
        <pc:spChg chg="add mod ord">
          <ac:chgData name="Tobias Belitz" userId="ac6c724c-29e4-4ebc-a513-d0c2c8f276b9" providerId="ADAL" clId="{7D996F30-6869-4F96-BF81-A2DB654D073F}" dt="2026-01-08T14:50:55.318" v="472" actId="1035"/>
          <ac:spMkLst>
            <pc:docMk/>
            <pc:sldMk cId="2058346449" sldId="2147471427"/>
            <ac:spMk id="6" creationId="{DB02EFD5-6CA1-05B6-25F5-7638DCB48C50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8" creationId="{D1B8D8DC-ADCC-9E4F-E617-49BEF888F490}"/>
          </ac:spMkLst>
        </pc:spChg>
        <pc:spChg chg="mod">
          <ac:chgData name="Tobias Belitz" userId="ac6c724c-29e4-4ebc-a513-d0c2c8f276b9" providerId="ADAL" clId="{7D996F30-6869-4F96-BF81-A2DB654D073F}" dt="2026-01-08T14:53:22.595" v="519" actId="404"/>
          <ac:spMkLst>
            <pc:docMk/>
            <pc:sldMk cId="2058346449" sldId="2147471427"/>
            <ac:spMk id="13" creationId="{C261588B-4029-3D96-6D76-213EDF9FF288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18" creationId="{C0053895-4201-23E3-B2D9-B28A606FBF49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19" creationId="{3592A08B-F4B8-1A97-8F60-1645F857925C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20" creationId="{05C78E7F-5613-BD91-24CE-6049605A96C6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21" creationId="{E911E170-B369-F349-4365-F8B76D63F5B9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24" creationId="{628D0E42-4E99-BD84-29C2-0D440C9B57B3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27" creationId="{151F5416-B1F9-6E55-363A-EC1820789566}"/>
          </ac:spMkLst>
        </pc:spChg>
        <pc:spChg chg="mod">
          <ac:chgData name="Tobias Belitz" userId="ac6c724c-29e4-4ebc-a513-d0c2c8f276b9" providerId="ADAL" clId="{7D996F30-6869-4F96-BF81-A2DB654D073F}" dt="2026-01-08T14:53:30.328" v="520" actId="404"/>
          <ac:spMkLst>
            <pc:docMk/>
            <pc:sldMk cId="2058346449" sldId="2147471427"/>
            <ac:spMk id="28" creationId="{2DE4F499-9BB1-E0CD-A1C4-5CE62D391A60}"/>
          </ac:spMkLst>
        </pc:spChg>
        <pc:spChg chg="mod">
          <ac:chgData name="Tobias Belitz" userId="ac6c724c-29e4-4ebc-a513-d0c2c8f276b9" providerId="ADAL" clId="{7D996F30-6869-4F96-BF81-A2DB654D073F}" dt="2026-01-08T14:53:05.814" v="514"/>
          <ac:spMkLst>
            <pc:docMk/>
            <pc:sldMk cId="2058346449" sldId="2147471427"/>
            <ac:spMk id="29" creationId="{17C407EE-823C-B2B9-509D-E4DC8EFC7DCA}"/>
          </ac:spMkLst>
        </pc:spChg>
        <pc:spChg chg="add mod">
          <ac:chgData name="Tobias Belitz" userId="ac6c724c-29e4-4ebc-a513-d0c2c8f276b9" providerId="ADAL" clId="{7D996F30-6869-4F96-BF81-A2DB654D073F}" dt="2026-01-08T14:56:02.854" v="569" actId="20577"/>
          <ac:spMkLst>
            <pc:docMk/>
            <pc:sldMk cId="2058346449" sldId="2147471427"/>
            <ac:spMk id="40" creationId="{DAA1A8F6-D3BD-5CD5-6561-CA5AF3947EA3}"/>
          </ac:spMkLst>
        </pc:spChg>
        <pc:grpChg chg="mod">
          <ac:chgData name="Tobias Belitz" userId="ac6c724c-29e4-4ebc-a513-d0c2c8f276b9" providerId="ADAL" clId="{7D996F30-6869-4F96-BF81-A2DB654D073F}" dt="2026-01-08T14:53:18.257" v="517" actId="14100"/>
          <ac:grpSpMkLst>
            <pc:docMk/>
            <pc:sldMk cId="2058346449" sldId="2147471427"/>
            <ac:grpSpMk id="7" creationId="{434E0DFC-FEFE-6114-DFB6-4808280EA237}"/>
          </ac:grpSpMkLst>
        </pc:grpChg>
        <pc:picChg chg="add mod">
          <ac:chgData name="Tobias Belitz" userId="ac6c724c-29e4-4ebc-a513-d0c2c8f276b9" providerId="ADAL" clId="{7D996F30-6869-4F96-BF81-A2DB654D073F}" dt="2026-01-08T14:50:55.318" v="472" actId="1035"/>
          <ac:picMkLst>
            <pc:docMk/>
            <pc:sldMk cId="2058346449" sldId="2147471427"/>
            <ac:picMk id="4" creationId="{4605E286-5E71-BAEB-D20F-8A1B84DF345E}"/>
          </ac:picMkLst>
        </pc:picChg>
        <pc:cxnChg chg="add mod">
          <ac:chgData name="Tobias Belitz" userId="ac6c724c-29e4-4ebc-a513-d0c2c8f276b9" providerId="ADAL" clId="{7D996F30-6869-4F96-BF81-A2DB654D073F}" dt="2026-01-08T14:53:52.883" v="524" actId="1582"/>
          <ac:cxnSpMkLst>
            <pc:docMk/>
            <pc:sldMk cId="2058346449" sldId="2147471427"/>
            <ac:cxnSpMk id="37" creationId="{A91720AE-2EB4-6570-07D2-79D7B828F7E0}"/>
          </ac:cxnSpMkLst>
        </pc:cxnChg>
      </pc:sldChg>
      <pc:sldChg chg="addSp delSp modSp new mod">
        <pc:chgData name="Tobias Belitz" userId="ac6c724c-29e4-4ebc-a513-d0c2c8f276b9" providerId="ADAL" clId="{7D996F30-6869-4F96-BF81-A2DB654D073F}" dt="2026-01-22T10:21:00.013" v="1392" actId="20577"/>
        <pc:sldMkLst>
          <pc:docMk/>
          <pc:sldMk cId="4271896847" sldId="2147471428"/>
        </pc:sldMkLst>
        <pc:spChg chg="mod">
          <ac:chgData name="Tobias Belitz" userId="ac6c724c-29e4-4ebc-a513-d0c2c8f276b9" providerId="ADAL" clId="{7D996F30-6869-4F96-BF81-A2DB654D073F}" dt="2026-01-08T13:53:12.339" v="430" actId="20577"/>
          <ac:spMkLst>
            <pc:docMk/>
            <pc:sldMk cId="4271896847" sldId="2147471428"/>
            <ac:spMk id="2" creationId="{9916C2D4-EEBC-FC83-44C3-386571CE51DF}"/>
          </ac:spMkLst>
        </pc:spChg>
        <pc:graphicFrameChg chg="add mod ord modGraphic">
          <ac:chgData name="Tobias Belitz" userId="ac6c724c-29e4-4ebc-a513-d0c2c8f276b9" providerId="ADAL" clId="{7D996F30-6869-4F96-BF81-A2DB654D073F}" dt="2026-01-22T10:21:00.013" v="1392" actId="20577"/>
          <ac:graphicFrameMkLst>
            <pc:docMk/>
            <pc:sldMk cId="4271896847" sldId="2147471428"/>
            <ac:graphicFrameMk id="4" creationId="{B5EEC950-EEE3-2F3F-CF33-6CB6776AC51D}"/>
          </ac:graphicFrameMkLst>
        </pc:graphicFrameChg>
      </pc:sldChg>
      <pc:sldChg chg="addSp delSp modSp add mod ord modAnim">
        <pc:chgData name="Tobias Belitz" userId="ac6c724c-29e4-4ebc-a513-d0c2c8f276b9" providerId="ADAL" clId="{7D996F30-6869-4F96-BF81-A2DB654D073F}" dt="2026-01-08T13:39:25.142" v="371" actId="207"/>
        <pc:sldMkLst>
          <pc:docMk/>
          <pc:sldMk cId="116839196" sldId="2147474787"/>
        </pc:sldMkLst>
        <pc:spChg chg="add mod">
          <ac:chgData name="Tobias Belitz" userId="ac6c724c-29e4-4ebc-a513-d0c2c8f276b9" providerId="ADAL" clId="{7D996F30-6869-4F96-BF81-A2DB654D073F}" dt="2026-01-08T13:38:11.429" v="362" actId="164"/>
          <ac:spMkLst>
            <pc:docMk/>
            <pc:sldMk cId="116839196" sldId="2147474787"/>
            <ac:spMk id="7" creationId="{1B9EB6D7-F786-141F-031B-1A3A35088F6A}"/>
          </ac:spMkLst>
        </pc:spChg>
        <pc:spChg chg="mod">
          <ac:chgData name="Tobias Belitz" userId="ac6c724c-29e4-4ebc-a513-d0c2c8f276b9" providerId="ADAL" clId="{7D996F30-6869-4F96-BF81-A2DB654D073F}" dt="2026-01-08T13:29:39.179" v="109" actId="207"/>
          <ac:spMkLst>
            <pc:docMk/>
            <pc:sldMk cId="116839196" sldId="2147474787"/>
            <ac:spMk id="9" creationId="{103A4859-13EC-59C5-FA52-3799C29EF116}"/>
          </ac:spMkLst>
        </pc:spChg>
        <pc:spChg chg="add mod">
          <ac:chgData name="Tobias Belitz" userId="ac6c724c-29e4-4ebc-a513-d0c2c8f276b9" providerId="ADAL" clId="{7D996F30-6869-4F96-BF81-A2DB654D073F}" dt="2026-01-08T13:37:32.035" v="327" actId="13822"/>
          <ac:spMkLst>
            <pc:docMk/>
            <pc:sldMk cId="116839196" sldId="2147474787"/>
            <ac:spMk id="17" creationId="{323C4F06-2E9B-BA9B-3D03-B6400EDA7D54}"/>
          </ac:spMkLst>
        </pc:spChg>
        <pc:spChg chg="add mod">
          <ac:chgData name="Tobias Belitz" userId="ac6c724c-29e4-4ebc-a513-d0c2c8f276b9" providerId="ADAL" clId="{7D996F30-6869-4F96-BF81-A2DB654D073F}" dt="2026-01-08T13:37:29.571" v="326" actId="13822"/>
          <ac:spMkLst>
            <pc:docMk/>
            <pc:sldMk cId="116839196" sldId="2147474787"/>
            <ac:spMk id="18" creationId="{4F780C1C-4B0C-2E3C-42A0-47D9E7C14E99}"/>
          </ac:spMkLst>
        </pc:spChg>
        <pc:spChg chg="add mod">
          <ac:chgData name="Tobias Belitz" userId="ac6c724c-29e4-4ebc-a513-d0c2c8f276b9" providerId="ADAL" clId="{7D996F30-6869-4F96-BF81-A2DB654D073F}" dt="2026-01-08T13:38:11.429" v="362" actId="164"/>
          <ac:spMkLst>
            <pc:docMk/>
            <pc:sldMk cId="116839196" sldId="2147474787"/>
            <ac:spMk id="20" creationId="{CD6D597A-CB2C-877B-5268-F285FC078860}"/>
          </ac:spMkLst>
        </pc:spChg>
        <pc:spChg chg="mod">
          <ac:chgData name="Tobias Belitz" userId="ac6c724c-29e4-4ebc-a513-d0c2c8f276b9" providerId="ADAL" clId="{7D996F30-6869-4F96-BF81-A2DB654D073F}" dt="2026-01-08T13:23:51.840" v="73" actId="207"/>
          <ac:spMkLst>
            <pc:docMk/>
            <pc:sldMk cId="116839196" sldId="2147474787"/>
            <ac:spMk id="21" creationId="{BB2DEA10-AF1A-1CE8-8AA1-83A2A00B8526}"/>
          </ac:spMkLst>
        </pc:spChg>
        <pc:spChg chg="add mod">
          <ac:chgData name="Tobias Belitz" userId="ac6c724c-29e4-4ebc-a513-d0c2c8f276b9" providerId="ADAL" clId="{7D996F30-6869-4F96-BF81-A2DB654D073F}" dt="2026-01-08T13:38:11.429" v="362" actId="164"/>
          <ac:spMkLst>
            <pc:docMk/>
            <pc:sldMk cId="116839196" sldId="2147474787"/>
            <ac:spMk id="22" creationId="{4A68AD1D-5A2B-3FDE-5A70-F02791262C34}"/>
          </ac:spMkLst>
        </pc:spChg>
        <pc:spChg chg="add mod">
          <ac:chgData name="Tobias Belitz" userId="ac6c724c-29e4-4ebc-a513-d0c2c8f276b9" providerId="ADAL" clId="{7D996F30-6869-4F96-BF81-A2DB654D073F}" dt="2026-01-08T13:38:23.523" v="364" actId="164"/>
          <ac:spMkLst>
            <pc:docMk/>
            <pc:sldMk cId="116839196" sldId="2147474787"/>
            <ac:spMk id="23" creationId="{5BA4CCB7-F0C6-21CF-B3C3-8803B7231C8E}"/>
          </ac:spMkLst>
        </pc:spChg>
        <pc:spChg chg="add mod">
          <ac:chgData name="Tobias Belitz" userId="ac6c724c-29e4-4ebc-a513-d0c2c8f276b9" providerId="ADAL" clId="{7D996F30-6869-4F96-BF81-A2DB654D073F}" dt="2026-01-08T13:38:30.931" v="365" actId="164"/>
          <ac:spMkLst>
            <pc:docMk/>
            <pc:sldMk cId="116839196" sldId="2147474787"/>
            <ac:spMk id="24" creationId="{EF8B8D8F-8101-685D-40B9-777D9FA33E43}"/>
          </ac:spMkLst>
        </pc:spChg>
        <pc:spChg chg="mod">
          <ac:chgData name="Tobias Belitz" userId="ac6c724c-29e4-4ebc-a513-d0c2c8f276b9" providerId="ADAL" clId="{7D996F30-6869-4F96-BF81-A2DB654D073F}" dt="2026-01-08T13:39:25.142" v="371" actId="207"/>
          <ac:spMkLst>
            <pc:docMk/>
            <pc:sldMk cId="116839196" sldId="2147474787"/>
            <ac:spMk id="196" creationId="{4F1D8E50-3F31-9980-D62A-780BA71AB361}"/>
          </ac:spMkLst>
        </pc:spChg>
        <pc:spChg chg="mod">
          <ac:chgData name="Tobias Belitz" userId="ac6c724c-29e4-4ebc-a513-d0c2c8f276b9" providerId="ADAL" clId="{7D996F30-6869-4F96-BF81-A2DB654D073F}" dt="2026-01-08T13:39:22.573" v="370" actId="207"/>
          <ac:spMkLst>
            <pc:docMk/>
            <pc:sldMk cId="116839196" sldId="2147474787"/>
            <ac:spMk id="197" creationId="{770F8580-F7DB-0ECF-EF10-2D8DEC14BA14}"/>
          </ac:spMkLst>
        </pc:spChg>
        <pc:spChg chg="mod">
          <ac:chgData name="Tobias Belitz" userId="ac6c724c-29e4-4ebc-a513-d0c2c8f276b9" providerId="ADAL" clId="{7D996F30-6869-4F96-BF81-A2DB654D073F}" dt="2026-01-08T13:39:19.965" v="369" actId="207"/>
          <ac:spMkLst>
            <pc:docMk/>
            <pc:sldMk cId="116839196" sldId="2147474787"/>
            <ac:spMk id="198" creationId="{ADE4C3D3-3496-21F8-FAF3-CD2DAB5476AF}"/>
          </ac:spMkLst>
        </pc:spChg>
        <pc:spChg chg="mod">
          <ac:chgData name="Tobias Belitz" userId="ac6c724c-29e4-4ebc-a513-d0c2c8f276b9" providerId="ADAL" clId="{7D996F30-6869-4F96-BF81-A2DB654D073F}" dt="2026-01-08T13:21:07.193" v="30" actId="207"/>
          <ac:spMkLst>
            <pc:docMk/>
            <pc:sldMk cId="116839196" sldId="2147474787"/>
            <ac:spMk id="210" creationId="{947A1261-185B-694C-DA90-F642FEA5748C}"/>
          </ac:spMkLst>
        </pc:spChg>
        <pc:spChg chg="mod">
          <ac:chgData name="Tobias Belitz" userId="ac6c724c-29e4-4ebc-a513-d0c2c8f276b9" providerId="ADAL" clId="{7D996F30-6869-4F96-BF81-A2DB654D073F}" dt="2026-01-08T13:21:07.193" v="30" actId="207"/>
          <ac:spMkLst>
            <pc:docMk/>
            <pc:sldMk cId="116839196" sldId="2147474787"/>
            <ac:spMk id="212" creationId="{09DDAEEC-F4E1-DECB-4750-E35837C5EF2C}"/>
          </ac:spMkLst>
        </pc:spChg>
        <pc:spChg chg="mod">
          <ac:chgData name="Tobias Belitz" userId="ac6c724c-29e4-4ebc-a513-d0c2c8f276b9" providerId="ADAL" clId="{7D996F30-6869-4F96-BF81-A2DB654D073F}" dt="2026-01-08T13:21:07.193" v="30" actId="207"/>
          <ac:spMkLst>
            <pc:docMk/>
            <pc:sldMk cId="116839196" sldId="2147474787"/>
            <ac:spMk id="213" creationId="{4EC974B8-72F9-3B16-C9D7-BF4C99A82146}"/>
          </ac:spMkLst>
        </pc:spChg>
        <pc:spChg chg="mod">
          <ac:chgData name="Tobias Belitz" userId="ac6c724c-29e4-4ebc-a513-d0c2c8f276b9" providerId="ADAL" clId="{7D996F30-6869-4F96-BF81-A2DB654D073F}" dt="2026-01-08T13:21:07.193" v="30" actId="207"/>
          <ac:spMkLst>
            <pc:docMk/>
            <pc:sldMk cId="116839196" sldId="2147474787"/>
            <ac:spMk id="214" creationId="{C05882A3-D151-08AA-5F4E-CC0944E6E047}"/>
          </ac:spMkLst>
        </pc:spChg>
        <pc:spChg chg="mod">
          <ac:chgData name="Tobias Belitz" userId="ac6c724c-29e4-4ebc-a513-d0c2c8f276b9" providerId="ADAL" clId="{7D996F30-6869-4F96-BF81-A2DB654D073F}" dt="2026-01-08T13:23:28.314" v="70" actId="207"/>
          <ac:spMkLst>
            <pc:docMk/>
            <pc:sldMk cId="116839196" sldId="2147474787"/>
            <ac:spMk id="219" creationId="{462AD76A-0B70-BD5C-2DD8-D81CDA0F1162}"/>
          </ac:spMkLst>
        </pc:spChg>
        <pc:spChg chg="mod">
          <ac:chgData name="Tobias Belitz" userId="ac6c724c-29e4-4ebc-a513-d0c2c8f276b9" providerId="ADAL" clId="{7D996F30-6869-4F96-BF81-A2DB654D073F}" dt="2026-01-08T13:39:17.754" v="368" actId="207"/>
          <ac:spMkLst>
            <pc:docMk/>
            <pc:sldMk cId="116839196" sldId="2147474787"/>
            <ac:spMk id="316" creationId="{374B9CB8-F3F7-0400-B2FB-07DAD1278654}"/>
          </ac:spMkLst>
        </pc:spChg>
        <pc:spChg chg="mod">
          <ac:chgData name="Tobias Belitz" userId="ac6c724c-29e4-4ebc-a513-d0c2c8f276b9" providerId="ADAL" clId="{7D996F30-6869-4F96-BF81-A2DB654D073F}" dt="2026-01-08T13:39:14.751" v="367" actId="207"/>
          <ac:spMkLst>
            <pc:docMk/>
            <pc:sldMk cId="116839196" sldId="2147474787"/>
            <ac:spMk id="399" creationId="{34A3E513-E26E-F4EF-84B4-C93DADDD7C0A}"/>
          </ac:spMkLst>
        </pc:spChg>
        <pc:spChg chg="mod">
          <ac:chgData name="Tobias Belitz" userId="ac6c724c-29e4-4ebc-a513-d0c2c8f276b9" providerId="ADAL" clId="{7D996F30-6869-4F96-BF81-A2DB654D073F}" dt="2026-01-08T13:21:00.680" v="29" actId="207"/>
          <ac:spMkLst>
            <pc:docMk/>
            <pc:sldMk cId="116839196" sldId="2147474787"/>
            <ac:spMk id="541" creationId="{4EB22F7A-2E7B-3746-962A-BD25E26C1128}"/>
          </ac:spMkLst>
        </pc:spChg>
        <pc:spChg chg="mod">
          <ac:chgData name="Tobias Belitz" userId="ac6c724c-29e4-4ebc-a513-d0c2c8f276b9" providerId="ADAL" clId="{7D996F30-6869-4F96-BF81-A2DB654D073F}" dt="2026-01-08T13:21:00.680" v="29" actId="207"/>
          <ac:spMkLst>
            <pc:docMk/>
            <pc:sldMk cId="116839196" sldId="2147474787"/>
            <ac:spMk id="543" creationId="{64229552-C168-D6C1-F6AF-EB002E3527EB}"/>
          </ac:spMkLst>
        </pc:spChg>
        <pc:spChg chg="mod">
          <ac:chgData name="Tobias Belitz" userId="ac6c724c-29e4-4ebc-a513-d0c2c8f276b9" providerId="ADAL" clId="{7D996F30-6869-4F96-BF81-A2DB654D073F}" dt="2026-01-08T13:21:00.680" v="29" actId="207"/>
          <ac:spMkLst>
            <pc:docMk/>
            <pc:sldMk cId="116839196" sldId="2147474787"/>
            <ac:spMk id="548" creationId="{6E67563E-5E16-5B1C-FF78-9C7B21B2BCF9}"/>
          </ac:spMkLst>
        </pc:spChg>
        <pc:spChg chg="mod">
          <ac:chgData name="Tobias Belitz" userId="ac6c724c-29e4-4ebc-a513-d0c2c8f276b9" providerId="ADAL" clId="{7D996F30-6869-4F96-BF81-A2DB654D073F}" dt="2026-01-08T13:21:13.635" v="31" actId="207"/>
          <ac:spMkLst>
            <pc:docMk/>
            <pc:sldMk cId="116839196" sldId="2147474787"/>
            <ac:spMk id="553" creationId="{1473814C-16BD-DAFD-87F4-57C0C3B28EDA}"/>
          </ac:spMkLst>
        </pc:spChg>
        <pc:spChg chg="mod">
          <ac:chgData name="Tobias Belitz" userId="ac6c724c-29e4-4ebc-a513-d0c2c8f276b9" providerId="ADAL" clId="{7D996F30-6869-4F96-BF81-A2DB654D073F}" dt="2026-01-08T13:21:16.799" v="32" actId="207"/>
          <ac:spMkLst>
            <pc:docMk/>
            <pc:sldMk cId="116839196" sldId="2147474787"/>
            <ac:spMk id="554" creationId="{9E91440D-359E-E5A5-8588-6F3A392C5C11}"/>
          </ac:spMkLst>
        </pc:spChg>
        <pc:spChg chg="mod">
          <ac:chgData name="Tobias Belitz" userId="ac6c724c-29e4-4ebc-a513-d0c2c8f276b9" providerId="ADAL" clId="{7D996F30-6869-4F96-BF81-A2DB654D073F}" dt="2026-01-08T13:21:25.275" v="35" actId="207"/>
          <ac:spMkLst>
            <pc:docMk/>
            <pc:sldMk cId="116839196" sldId="2147474787"/>
            <ac:spMk id="568" creationId="{53635B0B-5B93-0413-4631-78B046DF8F30}"/>
          </ac:spMkLst>
        </pc:spChg>
        <pc:spChg chg="mod">
          <ac:chgData name="Tobias Belitz" userId="ac6c724c-29e4-4ebc-a513-d0c2c8f276b9" providerId="ADAL" clId="{7D996F30-6869-4F96-BF81-A2DB654D073F}" dt="2026-01-08T13:22:44.254" v="55" actId="6549"/>
          <ac:spMkLst>
            <pc:docMk/>
            <pc:sldMk cId="116839196" sldId="2147474787"/>
            <ac:spMk id="570" creationId="{C2B54998-5E90-3A2A-B783-C42DE59136C0}"/>
          </ac:spMkLst>
        </pc:spChg>
        <pc:spChg chg="mod">
          <ac:chgData name="Tobias Belitz" userId="ac6c724c-29e4-4ebc-a513-d0c2c8f276b9" providerId="ADAL" clId="{7D996F30-6869-4F96-BF81-A2DB654D073F}" dt="2026-01-08T13:21:56.928" v="38" actId="207"/>
          <ac:spMkLst>
            <pc:docMk/>
            <pc:sldMk cId="116839196" sldId="2147474787"/>
            <ac:spMk id="571" creationId="{B504612A-89B3-B7FD-7328-1EAAB5F692D7}"/>
          </ac:spMkLst>
        </pc:spChg>
        <pc:spChg chg="mod">
          <ac:chgData name="Tobias Belitz" userId="ac6c724c-29e4-4ebc-a513-d0c2c8f276b9" providerId="ADAL" clId="{7D996F30-6869-4F96-BF81-A2DB654D073F}" dt="2026-01-08T13:22:48.825" v="56" actId="207"/>
          <ac:spMkLst>
            <pc:docMk/>
            <pc:sldMk cId="116839196" sldId="2147474787"/>
            <ac:spMk id="572" creationId="{039A16C4-1E19-3838-E589-0607D33EFA98}"/>
          </ac:spMkLst>
        </pc:spChg>
        <pc:spChg chg="mod">
          <ac:chgData name="Tobias Belitz" userId="ac6c724c-29e4-4ebc-a513-d0c2c8f276b9" providerId="ADAL" clId="{7D996F30-6869-4F96-BF81-A2DB654D073F}" dt="2026-01-08T13:23:22.164" v="69" actId="20577"/>
          <ac:spMkLst>
            <pc:docMk/>
            <pc:sldMk cId="116839196" sldId="2147474787"/>
            <ac:spMk id="573" creationId="{C00CA175-4A9B-5E9A-5BFA-8230C4771DFC}"/>
          </ac:spMkLst>
        </pc:spChg>
        <pc:grpChg chg="add mod">
          <ac:chgData name="Tobias Belitz" userId="ac6c724c-29e4-4ebc-a513-d0c2c8f276b9" providerId="ADAL" clId="{7D996F30-6869-4F96-BF81-A2DB654D073F}" dt="2026-01-08T13:38:23.523" v="364" actId="164"/>
          <ac:grpSpMkLst>
            <pc:docMk/>
            <pc:sldMk cId="116839196" sldId="2147474787"/>
            <ac:grpSpMk id="19" creationId="{ECA24BCE-8981-1E21-CB66-47680BD07B7E}"/>
          </ac:grpSpMkLst>
        </pc:grpChg>
        <pc:grpChg chg="add mod">
          <ac:chgData name="Tobias Belitz" userId="ac6c724c-29e4-4ebc-a513-d0c2c8f276b9" providerId="ADAL" clId="{7D996F30-6869-4F96-BF81-A2DB654D073F}" dt="2026-01-08T13:38:11.429" v="362" actId="164"/>
          <ac:grpSpMkLst>
            <pc:docMk/>
            <pc:sldMk cId="116839196" sldId="2147474787"/>
            <ac:grpSpMk id="25" creationId="{A7DFEA6E-ADB9-0303-33EA-522485744EFD}"/>
          </ac:grpSpMkLst>
        </pc:grpChg>
        <pc:grpChg chg="add mod">
          <ac:chgData name="Tobias Belitz" userId="ac6c724c-29e4-4ebc-a513-d0c2c8f276b9" providerId="ADAL" clId="{7D996F30-6869-4F96-BF81-A2DB654D073F}" dt="2026-01-08T13:38:30.931" v="365" actId="164"/>
          <ac:grpSpMkLst>
            <pc:docMk/>
            <pc:sldMk cId="116839196" sldId="2147474787"/>
            <ac:grpSpMk id="26" creationId="{A55F75AB-BB63-B764-4616-7CFF20982867}"/>
          </ac:grpSpMkLst>
        </pc:grpChg>
        <pc:grpChg chg="add mod">
          <ac:chgData name="Tobias Belitz" userId="ac6c724c-29e4-4ebc-a513-d0c2c8f276b9" providerId="ADAL" clId="{7D996F30-6869-4F96-BF81-A2DB654D073F}" dt="2026-01-08T13:38:30.931" v="365" actId="164"/>
          <ac:grpSpMkLst>
            <pc:docMk/>
            <pc:sldMk cId="116839196" sldId="2147474787"/>
            <ac:grpSpMk id="27" creationId="{5C5CE5E6-10CF-1C05-45CA-E845AD89B17F}"/>
          </ac:grpSpMkLst>
        </pc:grpChg>
        <pc:picChg chg="mod">
          <ac:chgData name="Tobias Belitz" userId="ac6c724c-29e4-4ebc-a513-d0c2c8f276b9" providerId="ADAL" clId="{7D996F30-6869-4F96-BF81-A2DB654D073F}" dt="2026-01-08T13:23:38.764" v="71" actId="207"/>
          <ac:picMkLst>
            <pc:docMk/>
            <pc:sldMk cId="116839196" sldId="2147474787"/>
            <ac:picMk id="15" creationId="{7583462E-70D5-EE28-F4B1-456C32FA5CD2}"/>
          </ac:picMkLst>
        </pc:picChg>
        <pc:cxnChg chg="mod">
          <ac:chgData name="Tobias Belitz" userId="ac6c724c-29e4-4ebc-a513-d0c2c8f276b9" providerId="ADAL" clId="{7D996F30-6869-4F96-BF81-A2DB654D073F}" dt="2026-01-08T13:28:34.814" v="91" actId="208"/>
          <ac:cxnSpMkLst>
            <pc:docMk/>
            <pc:sldMk cId="116839196" sldId="2147474787"/>
            <ac:cxnSpMk id="252" creationId="{66CFFA86-0EC2-DDBC-A673-85F4091BAF05}"/>
          </ac:cxnSpMkLst>
        </pc:cxnChg>
        <pc:cxnChg chg="mod">
          <ac:chgData name="Tobias Belitz" userId="ac6c724c-29e4-4ebc-a513-d0c2c8f276b9" providerId="ADAL" clId="{7D996F30-6869-4F96-BF81-A2DB654D073F}" dt="2026-01-08T13:28:37.934" v="92" actId="208"/>
          <ac:cxnSpMkLst>
            <pc:docMk/>
            <pc:sldMk cId="116839196" sldId="2147474787"/>
            <ac:cxnSpMk id="255" creationId="{30E3070E-48C9-192F-3B76-D460CD5C6930}"/>
          </ac:cxnSpMkLst>
        </pc:cxnChg>
        <pc:cxnChg chg="mod">
          <ac:chgData name="Tobias Belitz" userId="ac6c724c-29e4-4ebc-a513-d0c2c8f276b9" providerId="ADAL" clId="{7D996F30-6869-4F96-BF81-A2DB654D073F}" dt="2026-01-08T13:27:30.804" v="78" actId="208"/>
          <ac:cxnSpMkLst>
            <pc:docMk/>
            <pc:sldMk cId="116839196" sldId="2147474787"/>
            <ac:cxnSpMk id="258" creationId="{57A24F11-D875-543D-029F-75EB9EE3205E}"/>
          </ac:cxnSpMkLst>
        </pc:cxnChg>
        <pc:cxnChg chg="mod">
          <ac:chgData name="Tobias Belitz" userId="ac6c724c-29e4-4ebc-a513-d0c2c8f276b9" providerId="ADAL" clId="{7D996F30-6869-4F96-BF81-A2DB654D073F}" dt="2026-01-08T13:27:25.780" v="77" actId="208"/>
          <ac:cxnSpMkLst>
            <pc:docMk/>
            <pc:sldMk cId="116839196" sldId="2147474787"/>
            <ac:cxnSpMk id="261" creationId="{136227A8-79FA-9168-DD7D-9A01DC6917AE}"/>
          </ac:cxnSpMkLst>
        </pc:cxnChg>
        <pc:cxnChg chg="mod">
          <ac:chgData name="Tobias Belitz" userId="ac6c724c-29e4-4ebc-a513-d0c2c8f276b9" providerId="ADAL" clId="{7D996F30-6869-4F96-BF81-A2DB654D073F}" dt="2026-01-08T13:28:31.508" v="90" actId="208"/>
          <ac:cxnSpMkLst>
            <pc:docMk/>
            <pc:sldMk cId="116839196" sldId="2147474787"/>
            <ac:cxnSpMk id="351" creationId="{7EBA0C9B-3F6A-BD83-6D04-7E5DD9A9F4EB}"/>
          </ac:cxnSpMkLst>
        </pc:cxnChg>
        <pc:cxnChg chg="mod">
          <ac:chgData name="Tobias Belitz" userId="ac6c724c-29e4-4ebc-a513-d0c2c8f276b9" providerId="ADAL" clId="{7D996F30-6869-4F96-BF81-A2DB654D073F}" dt="2026-01-08T13:28:26.359" v="88" actId="208"/>
          <ac:cxnSpMkLst>
            <pc:docMk/>
            <pc:sldMk cId="116839196" sldId="2147474787"/>
            <ac:cxnSpMk id="354" creationId="{4598D348-8443-8E52-4879-72CBDA181B81}"/>
          </ac:cxnSpMkLst>
        </pc:cxnChg>
        <pc:cxnChg chg="mod">
          <ac:chgData name="Tobias Belitz" userId="ac6c724c-29e4-4ebc-a513-d0c2c8f276b9" providerId="ADAL" clId="{7D996F30-6869-4F96-BF81-A2DB654D073F}" dt="2026-01-08T13:28:29.094" v="89" actId="208"/>
          <ac:cxnSpMkLst>
            <pc:docMk/>
            <pc:sldMk cId="116839196" sldId="2147474787"/>
            <ac:cxnSpMk id="357" creationId="{074CBBD0-7695-617C-3E59-1346B753BDF0}"/>
          </ac:cxnSpMkLst>
        </pc:cxnChg>
        <pc:cxnChg chg="mod">
          <ac:chgData name="Tobias Belitz" userId="ac6c724c-29e4-4ebc-a513-d0c2c8f276b9" providerId="ADAL" clId="{7D996F30-6869-4F96-BF81-A2DB654D073F}" dt="2026-01-08T13:27:42.550" v="81" actId="208"/>
          <ac:cxnSpMkLst>
            <pc:docMk/>
            <pc:sldMk cId="116839196" sldId="2147474787"/>
            <ac:cxnSpMk id="440" creationId="{2905B5BE-5610-3967-7014-041730424F7D}"/>
          </ac:cxnSpMkLst>
        </pc:cxnChg>
        <pc:cxnChg chg="mod">
          <ac:chgData name="Tobias Belitz" userId="ac6c724c-29e4-4ebc-a513-d0c2c8f276b9" providerId="ADAL" clId="{7D996F30-6869-4F96-BF81-A2DB654D073F}" dt="2026-01-08T13:27:39.182" v="80" actId="208"/>
          <ac:cxnSpMkLst>
            <pc:docMk/>
            <pc:sldMk cId="116839196" sldId="2147474787"/>
            <ac:cxnSpMk id="443" creationId="{77847367-1BC5-D53B-921B-93F540151BA1}"/>
          </ac:cxnSpMkLst>
        </pc:cxnChg>
        <pc:cxnChg chg="mod">
          <ac:chgData name="Tobias Belitz" userId="ac6c724c-29e4-4ebc-a513-d0c2c8f276b9" providerId="ADAL" clId="{7D996F30-6869-4F96-BF81-A2DB654D073F}" dt="2026-01-08T13:27:47.853" v="82" actId="208"/>
          <ac:cxnSpMkLst>
            <pc:docMk/>
            <pc:sldMk cId="116839196" sldId="2147474787"/>
            <ac:cxnSpMk id="446" creationId="{043A4275-3041-0601-24AE-656152005C8A}"/>
          </ac:cxnSpMkLst>
        </pc:cxnChg>
        <pc:cxnChg chg="mod">
          <ac:chgData name="Tobias Belitz" userId="ac6c724c-29e4-4ebc-a513-d0c2c8f276b9" providerId="ADAL" clId="{7D996F30-6869-4F96-BF81-A2DB654D073F}" dt="2026-01-08T13:27:36.451" v="79" actId="208"/>
          <ac:cxnSpMkLst>
            <pc:docMk/>
            <pc:sldMk cId="116839196" sldId="2147474787"/>
            <ac:cxnSpMk id="450" creationId="{AF047E17-DCCF-65BF-03E6-1E34758123CD}"/>
          </ac:cxnSpMkLst>
        </pc:cxnChg>
        <pc:cxnChg chg="mod">
          <ac:chgData name="Tobias Belitz" userId="ac6c724c-29e4-4ebc-a513-d0c2c8f276b9" providerId="ADAL" clId="{7D996F30-6869-4F96-BF81-A2DB654D073F}" dt="2026-01-08T13:28:00.742" v="86" actId="208"/>
          <ac:cxnSpMkLst>
            <pc:docMk/>
            <pc:sldMk cId="116839196" sldId="2147474787"/>
            <ac:cxnSpMk id="525" creationId="{74A35BFF-B862-5D2C-C268-280F1D7EDB64}"/>
          </ac:cxnSpMkLst>
        </pc:cxnChg>
        <pc:cxnChg chg="mod">
          <ac:chgData name="Tobias Belitz" userId="ac6c724c-29e4-4ebc-a513-d0c2c8f276b9" providerId="ADAL" clId="{7D996F30-6869-4F96-BF81-A2DB654D073F}" dt="2026-01-08T13:27:52.183" v="83" actId="208"/>
          <ac:cxnSpMkLst>
            <pc:docMk/>
            <pc:sldMk cId="116839196" sldId="2147474787"/>
            <ac:cxnSpMk id="528" creationId="{3F09EEFE-4439-6D8F-6B3E-C512D24D4DCA}"/>
          </ac:cxnSpMkLst>
        </pc:cxnChg>
        <pc:cxnChg chg="mod">
          <ac:chgData name="Tobias Belitz" userId="ac6c724c-29e4-4ebc-a513-d0c2c8f276b9" providerId="ADAL" clId="{7D996F30-6869-4F96-BF81-A2DB654D073F}" dt="2026-01-08T13:27:58.084" v="85" actId="208"/>
          <ac:cxnSpMkLst>
            <pc:docMk/>
            <pc:sldMk cId="116839196" sldId="2147474787"/>
            <ac:cxnSpMk id="531" creationId="{ABCF8EC0-CEE0-1589-838E-96E755DA9E00}"/>
          </ac:cxnSpMkLst>
        </pc:cxnChg>
        <pc:cxnChg chg="mod">
          <ac:chgData name="Tobias Belitz" userId="ac6c724c-29e4-4ebc-a513-d0c2c8f276b9" providerId="ADAL" clId="{7D996F30-6869-4F96-BF81-A2DB654D073F}" dt="2026-01-08T13:27:54.823" v="84" actId="208"/>
          <ac:cxnSpMkLst>
            <pc:docMk/>
            <pc:sldMk cId="116839196" sldId="2147474787"/>
            <ac:cxnSpMk id="534" creationId="{4AE50166-3B72-0DDC-FB47-EBF8A0FB0F5A}"/>
          </ac:cxnSpMkLst>
        </pc:cxnChg>
        <pc:cxnChg chg="mod">
          <ac:chgData name="Tobias Belitz" userId="ac6c724c-29e4-4ebc-a513-d0c2c8f276b9" providerId="ADAL" clId="{7D996F30-6869-4F96-BF81-A2DB654D073F}" dt="2026-01-08T13:27:20.617" v="76" actId="208"/>
          <ac:cxnSpMkLst>
            <pc:docMk/>
            <pc:sldMk cId="116839196" sldId="2147474787"/>
            <ac:cxnSpMk id="540" creationId="{CBF5FC1F-A0FE-EAC3-288A-D1A8B59F6FFD}"/>
          </ac:cxnSpMkLst>
        </pc:cxnChg>
        <pc:cxnChg chg="mod">
          <ac:chgData name="Tobias Belitz" userId="ac6c724c-29e4-4ebc-a513-d0c2c8f276b9" providerId="ADAL" clId="{7D996F30-6869-4F96-BF81-A2DB654D073F}" dt="2026-01-08T13:28:22.355" v="87" actId="208"/>
          <ac:cxnSpMkLst>
            <pc:docMk/>
            <pc:sldMk cId="116839196" sldId="2147474787"/>
            <ac:cxnSpMk id="542" creationId="{0CA46F63-4ED5-1E3A-DD30-AF4FA151A99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2281C09-3F0A-0F46-B0FD-13C594D5E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3"/>
            <a:ext cx="12192000" cy="6858000"/>
          </a:xfrm>
          <a:prstGeom prst="rect">
            <a:avLst/>
          </a:prstGeom>
        </p:spPr>
      </p:pic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11" name="Textfeld 7">
            <a:extLst>
              <a:ext uri="{FF2B5EF4-FFF2-40B4-BE49-F238E27FC236}">
                <a16:creationId xmlns:a16="http://schemas.microsoft.com/office/drawing/2014/main" id="{4CA76F10-41C1-CD45-A735-D9260D89F042}"/>
              </a:ext>
            </a:extLst>
          </p:cNvPr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8C2E4021-8AC4-CE47-A4D5-9195BC15B575}"/>
              </a:ext>
            </a:extLst>
          </p:cNvPr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8">
            <a:extLst>
              <a:ext uri="{FF2B5EF4-FFF2-40B4-BE49-F238E27FC236}">
                <a16:creationId xmlns:a16="http://schemas.microsoft.com/office/drawing/2014/main" id="{97DF59C9-2DE5-6401-6C02-528BEF6323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4645" y="6451218"/>
            <a:ext cx="1766955" cy="27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3413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9C785C1-76B4-6147-BA92-B45B2108FF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961B66A-A274-124E-98FE-F66E32B1BED5}"/>
              </a:ext>
            </a:extLst>
          </p:cNvPr>
          <p:cNvSpPr txBox="1"/>
          <p:nvPr/>
        </p:nvSpPr>
        <p:spPr>
          <a:xfrm>
            <a:off x="9550400" y="64177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626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68279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F0A37F03-56C8-E944-84E3-DFEC4B80B1E7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E6FCCFB9-3583-6E29-B643-F16DF29BF3E0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6">
            <a:extLst>
              <a:ext uri="{FF2B5EF4-FFF2-40B4-BE49-F238E27FC236}">
                <a16:creationId xmlns:a16="http://schemas.microsoft.com/office/drawing/2014/main" id="{2B0EE9EE-A7CA-8BF5-44E2-39BB5ED4FB03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454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9DD74C38-D703-C64C-974B-7D1726FE3AA4}"/>
              </a:ext>
            </a:extLst>
          </p:cNvPr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F59CFD17-040E-C245-845D-185EBADE5EA0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7">
            <a:extLst>
              <a:ext uri="{FF2B5EF4-FFF2-40B4-BE49-F238E27FC236}">
                <a16:creationId xmlns:a16="http://schemas.microsoft.com/office/drawing/2014/main" id="{2A1A4880-747E-F33A-AD1B-E2DFAFD04DCA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058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11061DDE-D4A4-8E4F-8D3F-520F060D2400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BCC47195-6B42-B57F-413A-753178D6435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11">
            <a:extLst>
              <a:ext uri="{FF2B5EF4-FFF2-40B4-BE49-F238E27FC236}">
                <a16:creationId xmlns:a16="http://schemas.microsoft.com/office/drawing/2014/main" id="{6EB50D7A-E414-FDEA-F58E-C55105E6A3D9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956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Gerade Verbindung 4">
            <a:extLst>
              <a:ext uri="{FF2B5EF4-FFF2-40B4-BE49-F238E27FC236}">
                <a16:creationId xmlns:a16="http://schemas.microsoft.com/office/drawing/2014/main" id="{C8999EFB-58F7-7F45-9427-1D9D8F465664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A12440F4-5B88-A0E8-6EF0-E935C63AD680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7">
            <a:extLst>
              <a:ext uri="{FF2B5EF4-FFF2-40B4-BE49-F238E27FC236}">
                <a16:creationId xmlns:a16="http://schemas.microsoft.com/office/drawing/2014/main" id="{19525D2A-98FA-535C-7C59-3FAA02F812C0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228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2" name="Gerade Verbindung 4">
            <a:extLst>
              <a:ext uri="{FF2B5EF4-FFF2-40B4-BE49-F238E27FC236}">
                <a16:creationId xmlns:a16="http://schemas.microsoft.com/office/drawing/2014/main" id="{7C10A0ED-DF78-364D-AA9E-62C9C0AA0C64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07645DE7-4933-3202-0C30-0A449BE58E3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10">
            <a:extLst>
              <a:ext uri="{FF2B5EF4-FFF2-40B4-BE49-F238E27FC236}">
                <a16:creationId xmlns:a16="http://schemas.microsoft.com/office/drawing/2014/main" id="{8BDED832-81EE-5105-E255-1CE3FE440CAD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7844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Gerade Verbindung 4">
            <a:extLst>
              <a:ext uri="{FF2B5EF4-FFF2-40B4-BE49-F238E27FC236}">
                <a16:creationId xmlns:a16="http://schemas.microsoft.com/office/drawing/2014/main" id="{C3457581-3302-CE47-9DFB-A90C394C404C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711E45FB-621B-D2E1-3B61-F6919D0804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7">
            <a:extLst>
              <a:ext uri="{FF2B5EF4-FFF2-40B4-BE49-F238E27FC236}">
                <a16:creationId xmlns:a16="http://schemas.microsoft.com/office/drawing/2014/main" id="{7782757A-57D0-7195-02AD-75D497AEB441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665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1C221C1-1687-8E44-94C5-76D1232847A8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29857656-13F7-6388-73E4-02AE4439B4A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8">
            <a:extLst>
              <a:ext uri="{FF2B5EF4-FFF2-40B4-BE49-F238E27FC236}">
                <a16:creationId xmlns:a16="http://schemas.microsoft.com/office/drawing/2014/main" id="{BF0AB616-2EE2-91F4-9283-BAA4B80625BA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581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Gerade Verbindung 4">
            <a:extLst>
              <a:ext uri="{FF2B5EF4-FFF2-40B4-BE49-F238E27FC236}">
                <a16:creationId xmlns:a16="http://schemas.microsoft.com/office/drawing/2014/main" id="{09FA4284-F7F5-1146-A8B9-735C81344ECE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C9823F57-055C-52A0-920D-BA512DFF62C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7">
            <a:extLst>
              <a:ext uri="{FF2B5EF4-FFF2-40B4-BE49-F238E27FC236}">
                <a16:creationId xmlns:a16="http://schemas.microsoft.com/office/drawing/2014/main" id="{08BC28FA-F4D1-166C-966A-190A960DC43A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472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AB999938-EB0E-F941-8D59-449231F6F96A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AD701D68-1BAB-3C60-077C-53F80C084DF2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8">
            <a:extLst>
              <a:ext uri="{FF2B5EF4-FFF2-40B4-BE49-F238E27FC236}">
                <a16:creationId xmlns:a16="http://schemas.microsoft.com/office/drawing/2014/main" id="{A8B141DB-E807-33CE-4523-D7E1107F234D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8938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テキスト ボックス 6">
            <a:extLst>
              <a:ext uri="{FF2B5EF4-FFF2-40B4-BE49-F238E27FC236}">
                <a16:creationId xmlns:a16="http://schemas.microsoft.com/office/drawing/2014/main" id="{793B0BF8-05C4-B237-C34B-507D6A200E97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04984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1" name="Gerade Verbindung 4">
            <a:extLst>
              <a:ext uri="{FF2B5EF4-FFF2-40B4-BE49-F238E27FC236}">
                <a16:creationId xmlns:a16="http://schemas.microsoft.com/office/drawing/2014/main" id="{0A65551C-D956-AA46-B6F1-C144FF01E2CD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219A1437-A51A-47E8-B133-AD5BDCF73102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11">
            <a:extLst>
              <a:ext uri="{FF2B5EF4-FFF2-40B4-BE49-F238E27FC236}">
                <a16:creationId xmlns:a16="http://schemas.microsoft.com/office/drawing/2014/main" id="{9C4D9477-B872-41FF-591D-BF5A2FF5C80C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4921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Gerade Verbindung 4">
            <a:extLst>
              <a:ext uri="{FF2B5EF4-FFF2-40B4-BE49-F238E27FC236}">
                <a16:creationId xmlns:a16="http://schemas.microsoft.com/office/drawing/2014/main" id="{1FE7CAE9-DAC1-E849-A443-F1BF2ACA06AA}"/>
              </a:ext>
            </a:extLst>
          </p:cNvPr>
          <p:cNvCxnSpPr/>
          <p:nvPr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4">
            <a:extLst>
              <a:ext uri="{FF2B5EF4-FFF2-40B4-BE49-F238E27FC236}">
                <a16:creationId xmlns:a16="http://schemas.microsoft.com/office/drawing/2014/main" id="{8DE427E8-DD04-505D-9527-7C094BB46A63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7">
            <a:extLst>
              <a:ext uri="{FF2B5EF4-FFF2-40B4-BE49-F238E27FC236}">
                <a16:creationId xmlns:a16="http://schemas.microsoft.com/office/drawing/2014/main" id="{ABB75333-0845-5AE1-7ECE-81F6D932E80A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80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テキスト ボックス 7">
            <a:extLst>
              <a:ext uri="{FF2B5EF4-FFF2-40B4-BE49-F238E27FC236}">
                <a16:creationId xmlns:a16="http://schemas.microsoft.com/office/drawing/2014/main" id="{C6232107-202E-6285-B90D-43BEDE87FC5C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2888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79376" y="1080000"/>
            <a:ext cx="7908624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テキスト ボックス 3">
            <a:extLst>
              <a:ext uri="{FF2B5EF4-FFF2-40B4-BE49-F238E27FC236}">
                <a16:creationId xmlns:a16="http://schemas.microsoft.com/office/drawing/2014/main" id="{B1896319-0377-FF14-7D73-F5C150ED7E28}"/>
              </a:ext>
            </a:extLst>
          </p:cNvPr>
          <p:cNvSpPr txBox="1"/>
          <p:nvPr userDrawn="1"/>
        </p:nvSpPr>
        <p:spPr>
          <a:xfrm>
            <a:off x="5668715" y="6463074"/>
            <a:ext cx="705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bg1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bg1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0486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65D486-476A-6543-89CA-44379D44D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4B4015C-CA1E-B045-9EF6-2853B5A3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344703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7E9DD78C-88F2-D2E4-E3A4-CBA57647C0B2}"/>
              </a:ext>
            </a:extLst>
          </p:cNvPr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042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7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4645" y="6451218"/>
            <a:ext cx="1766955" cy="278993"/>
          </a:xfrm>
          <a:prstGeom prst="rect">
            <a:avLst/>
          </a:prstGeom>
        </p:spPr>
      </p:pic>
      <p:sp>
        <p:nvSpPr>
          <p:cNvPr id="4" name="Rechteck 9">
            <a:extLst>
              <a:ext uri="{FF2B5EF4-FFF2-40B4-BE49-F238E27FC236}">
                <a16:creationId xmlns:a16="http://schemas.microsoft.com/office/drawing/2014/main" id="{5AE5E4DF-94A5-56BD-3941-87D722FC6D15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805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bg1"/>
        </a:buClr>
        <a:buFont typeface="Wingdings" panose="05000000000000000000" pitchFamily="2" charset="2"/>
        <a:buChar char="§"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bg1"/>
        </a:buClr>
        <a:buFont typeface="Wingdings" panose="05000000000000000000" pitchFamily="2" charset="2"/>
        <a:buChar char="§"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14" orient="horz" pos="3884" userDrawn="1">
          <p15:clr>
            <a:srgbClr val="F26B43"/>
          </p15:clr>
        </p15:guide>
        <p15:guide id="15" orient="horz" pos="890" userDrawn="1">
          <p15:clr>
            <a:srgbClr val="F26B43"/>
          </p15:clr>
        </p15:guide>
        <p15:guide id="16" orient="horz" pos="618" userDrawn="1">
          <p15:clr>
            <a:srgbClr val="F26B43"/>
          </p15:clr>
        </p15:guide>
        <p15:guide id="17" orient="horz" pos="346" userDrawn="1">
          <p15:clr>
            <a:srgbClr val="F26B43"/>
          </p15:clr>
        </p15:guide>
        <p15:guide id="18" orient="horz" pos="4201" userDrawn="1">
          <p15:clr>
            <a:srgbClr val="F26B43"/>
          </p15:clr>
        </p15:guide>
        <p15:guide id="19" orient="horz" pos="709" userDrawn="1">
          <p15:clr>
            <a:srgbClr val="F26B43"/>
          </p15:clr>
        </p15:guide>
        <p15:guide id="20" orient="horz" pos="3984" userDrawn="1">
          <p15:clr>
            <a:srgbClr val="F26B43"/>
          </p15:clr>
        </p15:guide>
        <p15:guide id="21" pos="52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プレースホルダー 6">
            <a:extLst>
              <a:ext uri="{FF2B5EF4-FFF2-40B4-BE49-F238E27FC236}">
                <a16:creationId xmlns:a16="http://schemas.microsoft.com/office/drawing/2014/main" id="{44FAC618-E25A-C993-7833-A5EEC932154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" b="122"/>
          <a:stretch/>
        </p:blipFill>
        <p:spPr>
          <a:xfrm>
            <a:off x="0" y="0"/>
            <a:ext cx="12192000" cy="6858000"/>
          </a:xfr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793D2C1-189E-426A-BA39-83C864F57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ja-JP" dirty="0"/>
              <a:t>RA vs RCP</a:t>
            </a:r>
          </a:p>
          <a:p>
            <a:pPr lvl="1"/>
            <a:r>
              <a:rPr lang="en-US" altLang="ja-JP" dirty="0"/>
              <a:t>Overview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F39D8C0-9CEA-4B8A-ADF1-004E1B89C3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1348401"/>
          </a:xfrm>
        </p:spPr>
        <p:txBody>
          <a:bodyPr/>
          <a:lstStyle/>
          <a:p>
            <a:r>
              <a:rPr lang="en-US" dirty="0"/>
              <a:t>8. January 2026</a:t>
            </a:r>
          </a:p>
          <a:p>
            <a:r>
              <a:rPr lang="en-US" dirty="0"/>
              <a:t>Tobias Belitz</a:t>
            </a:r>
          </a:p>
          <a:p>
            <a:r>
              <a:rPr lang="en-US" altLang="ja-JP" dirty="0" err="1"/>
              <a:t>HCTD</a:t>
            </a:r>
            <a:r>
              <a:rPr lang="en-US" altLang="ja-JP" dirty="0"/>
              <a:t>/</a:t>
            </a:r>
            <a:r>
              <a:rPr lang="en-US" altLang="ja-JP" dirty="0" err="1"/>
              <a:t>HCTS</a:t>
            </a:r>
            <a:r>
              <a:rPr lang="en-US" altLang="ja-JP" dirty="0"/>
              <a:t>/</a:t>
            </a:r>
            <a:r>
              <a:rPr lang="en-US" altLang="ja-JP" dirty="0" err="1"/>
              <a:t>HCTSN</a:t>
            </a:r>
            <a:endParaRPr lang="en-US" altLang="ja-JP" dirty="0"/>
          </a:p>
          <a:p>
            <a:r>
              <a:rPr lang="en-US" dirty="0"/>
              <a:t>Renesas Electronics Corporation</a:t>
            </a:r>
          </a:p>
        </p:txBody>
      </p:sp>
      <p:sp>
        <p:nvSpPr>
          <p:cNvPr id="2" name="Textfeld 7">
            <a:extLst>
              <a:ext uri="{FF2B5EF4-FFF2-40B4-BE49-F238E27FC236}">
                <a16:creationId xmlns:a16="http://schemas.microsoft.com/office/drawing/2014/main" id="{B2A1F5B3-75CB-1C29-A4D2-5CC2A2AB76D5}"/>
              </a:ext>
            </a:extLst>
          </p:cNvPr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2026 Renesas Electronics Corporation. All rights reserved. </a:t>
            </a:r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D33EB0EC-2A4B-9E8E-5543-743E8D1CC53E}"/>
              </a:ext>
            </a:extLst>
          </p:cNvPr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8">
            <a:extLst>
              <a:ext uri="{FF2B5EF4-FFF2-40B4-BE49-F238E27FC236}">
                <a16:creationId xmlns:a16="http://schemas.microsoft.com/office/drawing/2014/main" id="{7039E8BF-5076-C002-AA6A-21F12310D6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4645" y="6451218"/>
            <a:ext cx="1766955" cy="278993"/>
          </a:xfrm>
          <a:prstGeom prst="rect">
            <a:avLst/>
          </a:prstGeom>
        </p:spPr>
      </p:pic>
      <p:sp>
        <p:nvSpPr>
          <p:cNvPr id="8" name="Rechteck 9">
            <a:extLst>
              <a:ext uri="{FF2B5EF4-FFF2-40B4-BE49-F238E27FC236}">
                <a16:creationId xmlns:a16="http://schemas.microsoft.com/office/drawing/2014/main" id="{F309CE44-E237-803B-C21B-F900DC4A0FB3}"/>
              </a:ext>
            </a:extLst>
          </p:cNvPr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526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9AEE-256B-C89A-0DC9-2079608C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6F929-299C-B32D-4A52-3D08F5406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19" y="5168739"/>
            <a:ext cx="11244574" cy="859210"/>
          </a:xfrm>
        </p:spPr>
        <p:txBody>
          <a:bodyPr/>
          <a:lstStyle/>
          <a:p>
            <a:pPr marL="173736" indent="-173736">
              <a:buFont typeface="Arial" panose="020B0604020202020204" pitchFamily="34" charset="0"/>
              <a:buChar char="•"/>
            </a:pPr>
            <a:r>
              <a:rPr lang="en-US" dirty="0"/>
              <a:t>The industry is experiencing significant transformation. Along with this, the E/E architecture will also change substantially. However, at this stage, we will focus only on two key changes related to data communication rather than covering all the modifications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8A13955D-5858-2F62-5730-C165E2803025}"/>
              </a:ext>
            </a:extLst>
          </p:cNvPr>
          <p:cNvSpPr/>
          <p:nvPr/>
        </p:nvSpPr>
        <p:spPr>
          <a:xfrm>
            <a:off x="3248054" y="2801773"/>
            <a:ext cx="3687977" cy="581230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26">
            <a:extLst>
              <a:ext uri="{FF2B5EF4-FFF2-40B4-BE49-F238E27FC236}">
                <a16:creationId xmlns:a16="http://schemas.microsoft.com/office/drawing/2014/main" id="{61D8734D-5CA8-7C7D-30E5-079185DB1B67}"/>
              </a:ext>
            </a:extLst>
          </p:cNvPr>
          <p:cNvGrpSpPr/>
          <p:nvPr/>
        </p:nvGrpSpPr>
        <p:grpSpPr>
          <a:xfrm>
            <a:off x="695276" y="1440746"/>
            <a:ext cx="1305994" cy="936775"/>
            <a:chOff x="3692342" y="1811802"/>
            <a:chExt cx="2202659" cy="1579943"/>
          </a:xfrm>
        </p:grpSpPr>
        <p:grpSp>
          <p:nvGrpSpPr>
            <p:cNvPr id="6" name="グループ化 27">
              <a:extLst>
                <a:ext uri="{FF2B5EF4-FFF2-40B4-BE49-F238E27FC236}">
                  <a16:creationId xmlns:a16="http://schemas.microsoft.com/office/drawing/2014/main" id="{4838A200-2B39-83B6-22F1-3D81929441AD}"/>
                </a:ext>
              </a:extLst>
            </p:cNvPr>
            <p:cNvGrpSpPr/>
            <p:nvPr/>
          </p:nvGrpSpPr>
          <p:grpSpPr>
            <a:xfrm>
              <a:off x="3692342" y="1811802"/>
              <a:ext cx="2202659" cy="1068602"/>
              <a:chOff x="5043749" y="3055988"/>
              <a:chExt cx="2846628" cy="1381018"/>
            </a:xfrm>
          </p:grpSpPr>
          <p:sp>
            <p:nvSpPr>
              <p:cNvPr id="8" name="フリーフォーム 67">
                <a:extLst>
                  <a:ext uri="{FF2B5EF4-FFF2-40B4-BE49-F238E27FC236}">
                    <a16:creationId xmlns:a16="http://schemas.microsoft.com/office/drawing/2014/main" id="{C7B91A74-EA85-DBD8-2D6A-533E8600CF4A}"/>
                  </a:ext>
                </a:extLst>
              </p:cNvPr>
              <p:cNvSpPr/>
              <p:nvPr/>
            </p:nvSpPr>
            <p:spPr bwMode="auto">
              <a:xfrm rot="16200000">
                <a:off x="5798689" y="2345319"/>
                <a:ext cx="1336747" cy="2846628"/>
              </a:xfrm>
              <a:custGeom>
                <a:avLst/>
                <a:gdLst>
                  <a:gd name="connsiteX0" fmla="*/ 701162 w 1950604"/>
                  <a:gd name="connsiteY0" fmla="*/ 3425081 h 4153848"/>
                  <a:gd name="connsiteX1" fmla="*/ 350581 w 1950604"/>
                  <a:gd name="connsiteY1" fmla="*/ 3775662 h 4153848"/>
                  <a:gd name="connsiteX2" fmla="*/ 0 w 1950604"/>
                  <a:gd name="connsiteY2" fmla="*/ 3425081 h 4153848"/>
                  <a:gd name="connsiteX3" fmla="*/ 350581 w 1950604"/>
                  <a:gd name="connsiteY3" fmla="*/ 3074500 h 4153848"/>
                  <a:gd name="connsiteX4" fmla="*/ 701162 w 1950604"/>
                  <a:gd name="connsiteY4" fmla="*/ 3425081 h 4153848"/>
                  <a:gd name="connsiteX5" fmla="*/ 701163 w 1950604"/>
                  <a:gd name="connsiteY5" fmla="*/ 893221 h 4153848"/>
                  <a:gd name="connsiteX6" fmla="*/ 350582 w 1950604"/>
                  <a:gd name="connsiteY6" fmla="*/ 1243801 h 4153848"/>
                  <a:gd name="connsiteX7" fmla="*/ 0 w 1950604"/>
                  <a:gd name="connsiteY7" fmla="*/ 893221 h 4153848"/>
                  <a:gd name="connsiteX8" fmla="*/ 350582 w 1950604"/>
                  <a:gd name="connsiteY8" fmla="*/ 542640 h 4153848"/>
                  <a:gd name="connsiteX9" fmla="*/ 701163 w 1950604"/>
                  <a:gd name="connsiteY9" fmla="*/ 893221 h 4153848"/>
                  <a:gd name="connsiteX10" fmla="*/ 1950604 w 1950604"/>
                  <a:gd name="connsiteY10" fmla="*/ 2038162 h 4153848"/>
                  <a:gd name="connsiteX11" fmla="*/ 1919940 w 1950604"/>
                  <a:gd name="connsiteY11" fmla="*/ 2801643 h 4153848"/>
                  <a:gd name="connsiteX12" fmla="*/ 1870630 w 1950604"/>
                  <a:gd name="connsiteY12" fmla="*/ 3258414 h 4153848"/>
                  <a:gd name="connsiteX13" fmla="*/ 1830040 w 1950604"/>
                  <a:gd name="connsiteY13" fmla="*/ 3467242 h 4153848"/>
                  <a:gd name="connsiteX14" fmla="*/ 1731153 w 1950604"/>
                  <a:gd name="connsiteY14" fmla="*/ 3514044 h 4153848"/>
                  <a:gd name="connsiteX15" fmla="*/ 1407842 w 1950604"/>
                  <a:gd name="connsiteY15" fmla="*/ 3886252 h 4153848"/>
                  <a:gd name="connsiteX16" fmla="*/ 1360216 w 1950604"/>
                  <a:gd name="connsiteY16" fmla="*/ 3994642 h 4153848"/>
                  <a:gd name="connsiteX17" fmla="*/ 905516 w 1950604"/>
                  <a:gd name="connsiteY17" fmla="*/ 4091946 h 4153848"/>
                  <a:gd name="connsiteX18" fmla="*/ 834528 w 1950604"/>
                  <a:gd name="connsiteY18" fmla="*/ 4109797 h 4153848"/>
                  <a:gd name="connsiteX19" fmla="*/ 668947 w 1950604"/>
                  <a:gd name="connsiteY19" fmla="*/ 4146231 h 4153848"/>
                  <a:gd name="connsiteX20" fmla="*/ 593280 w 1950604"/>
                  <a:gd name="connsiteY20" fmla="*/ 4153848 h 4153848"/>
                  <a:gd name="connsiteX21" fmla="*/ 278510 w 1950604"/>
                  <a:gd name="connsiteY21" fmla="*/ 3874077 h 4153848"/>
                  <a:gd name="connsiteX22" fmla="*/ 272447 w 1950604"/>
                  <a:gd name="connsiteY22" fmla="*/ 3815686 h 4153848"/>
                  <a:gd name="connsiteX23" fmla="*/ 350581 w 1950604"/>
                  <a:gd name="connsiteY23" fmla="*/ 3823563 h 4153848"/>
                  <a:gd name="connsiteX24" fmla="*/ 749062 w 1950604"/>
                  <a:gd name="connsiteY24" fmla="*/ 3425082 h 4153848"/>
                  <a:gd name="connsiteX25" fmla="*/ 350581 w 1950604"/>
                  <a:gd name="connsiteY25" fmla="*/ 3026601 h 4153848"/>
                  <a:gd name="connsiteX26" fmla="*/ 271806 w 1950604"/>
                  <a:gd name="connsiteY26" fmla="*/ 3034542 h 4153848"/>
                  <a:gd name="connsiteX27" fmla="*/ 271806 w 1950604"/>
                  <a:gd name="connsiteY27" fmla="*/ 2934028 h 4153848"/>
                  <a:gd name="connsiteX28" fmla="*/ 271631 w 1950604"/>
                  <a:gd name="connsiteY28" fmla="*/ 2932292 h 4153848"/>
                  <a:gd name="connsiteX29" fmla="*/ 271631 w 1950604"/>
                  <a:gd name="connsiteY29" fmla="*/ 2003300 h 4153848"/>
                  <a:gd name="connsiteX30" fmla="*/ 271806 w 1950604"/>
                  <a:gd name="connsiteY30" fmla="*/ 2001564 h 4153848"/>
                  <a:gd name="connsiteX31" fmla="*/ 271806 w 1950604"/>
                  <a:gd name="connsiteY31" fmla="*/ 1990255 h 4153848"/>
                  <a:gd name="connsiteX32" fmla="*/ 271809 w 1950604"/>
                  <a:gd name="connsiteY32" fmla="*/ 1990236 h 4153848"/>
                  <a:gd name="connsiteX33" fmla="*/ 271809 w 1950604"/>
                  <a:gd name="connsiteY33" fmla="*/ 1283760 h 4153848"/>
                  <a:gd name="connsiteX34" fmla="*/ 350582 w 1950604"/>
                  <a:gd name="connsiteY34" fmla="*/ 1291701 h 4153848"/>
                  <a:gd name="connsiteX35" fmla="*/ 749063 w 1950604"/>
                  <a:gd name="connsiteY35" fmla="*/ 893220 h 4153848"/>
                  <a:gd name="connsiteX36" fmla="*/ 350582 w 1950604"/>
                  <a:gd name="connsiteY36" fmla="*/ 494739 h 4153848"/>
                  <a:gd name="connsiteX37" fmla="*/ 271809 w 1950604"/>
                  <a:gd name="connsiteY37" fmla="*/ 502680 h 4153848"/>
                  <a:gd name="connsiteX38" fmla="*/ 271809 w 1950604"/>
                  <a:gd name="connsiteY38" fmla="*/ 212930 h 4153848"/>
                  <a:gd name="connsiteX39" fmla="*/ 484738 w 1950604"/>
                  <a:gd name="connsiteY39" fmla="*/ 0 h 4153848"/>
                  <a:gd name="connsiteX40" fmla="*/ 715444 w 1950604"/>
                  <a:gd name="connsiteY40" fmla="*/ 0 h 4153848"/>
                  <a:gd name="connsiteX41" fmla="*/ 765085 w 1950604"/>
                  <a:gd name="connsiteY41" fmla="*/ 32905 h 4153848"/>
                  <a:gd name="connsiteX42" fmla="*/ 766548 w 1950604"/>
                  <a:gd name="connsiteY42" fmla="*/ 40153 h 4153848"/>
                  <a:gd name="connsiteX43" fmla="*/ 854486 w 1950604"/>
                  <a:gd name="connsiteY43" fmla="*/ 57907 h 4153848"/>
                  <a:gd name="connsiteX44" fmla="*/ 978421 w 1950604"/>
                  <a:gd name="connsiteY44" fmla="*/ 159965 h 4153848"/>
                  <a:gd name="connsiteX45" fmla="*/ 993528 w 1950604"/>
                  <a:gd name="connsiteY45" fmla="*/ 191389 h 4153848"/>
                  <a:gd name="connsiteX46" fmla="*/ 1043455 w 1950604"/>
                  <a:gd name="connsiteY46" fmla="*/ 223709 h 4153848"/>
                  <a:gd name="connsiteX47" fmla="*/ 1306697 w 1950604"/>
                  <a:gd name="connsiteY47" fmla="*/ 764676 h 4153848"/>
                  <a:gd name="connsiteX48" fmla="*/ 1349311 w 1950604"/>
                  <a:gd name="connsiteY48" fmla="*/ 1123451 h 4153848"/>
                  <a:gd name="connsiteX49" fmla="*/ 1494582 w 1950604"/>
                  <a:gd name="connsiteY49" fmla="*/ 1310371 h 4153848"/>
                  <a:gd name="connsiteX50" fmla="*/ 1663692 w 1950604"/>
                  <a:gd name="connsiteY50" fmla="*/ 1490564 h 4153848"/>
                  <a:gd name="connsiteX51" fmla="*/ 1950604 w 1950604"/>
                  <a:gd name="connsiteY51" fmla="*/ 2038162 h 4153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950604" h="4153848">
                    <a:moveTo>
                      <a:pt x="701162" y="3425081"/>
                    </a:moveTo>
                    <a:cubicBezTo>
                      <a:pt x="701162" y="3618702"/>
                      <a:pt x="544202" y="3775662"/>
                      <a:pt x="350581" y="3775662"/>
                    </a:cubicBezTo>
                    <a:cubicBezTo>
                      <a:pt x="156960" y="3775662"/>
                      <a:pt x="0" y="3618702"/>
                      <a:pt x="0" y="3425081"/>
                    </a:cubicBezTo>
                    <a:cubicBezTo>
                      <a:pt x="0" y="3231460"/>
                      <a:pt x="156960" y="3074500"/>
                      <a:pt x="350581" y="3074500"/>
                    </a:cubicBezTo>
                    <a:cubicBezTo>
                      <a:pt x="544202" y="3074501"/>
                      <a:pt x="701162" y="3231460"/>
                      <a:pt x="701162" y="3425081"/>
                    </a:cubicBezTo>
                    <a:close/>
                    <a:moveTo>
                      <a:pt x="701163" y="893221"/>
                    </a:moveTo>
                    <a:cubicBezTo>
                      <a:pt x="701163" y="1086842"/>
                      <a:pt x="544203" y="1243802"/>
                      <a:pt x="350582" y="1243801"/>
                    </a:cubicBezTo>
                    <a:cubicBezTo>
                      <a:pt x="156960" y="1243801"/>
                      <a:pt x="0" y="1086842"/>
                      <a:pt x="0" y="893221"/>
                    </a:cubicBezTo>
                    <a:cubicBezTo>
                      <a:pt x="0" y="699600"/>
                      <a:pt x="156960" y="542640"/>
                      <a:pt x="350582" y="542640"/>
                    </a:cubicBezTo>
                    <a:cubicBezTo>
                      <a:pt x="544203" y="542640"/>
                      <a:pt x="701163" y="699600"/>
                      <a:pt x="701163" y="893221"/>
                    </a:cubicBezTo>
                    <a:close/>
                    <a:moveTo>
                      <a:pt x="1950604" y="2038162"/>
                    </a:moveTo>
                    <a:cubicBezTo>
                      <a:pt x="1950540" y="2272335"/>
                      <a:pt x="1933269" y="2598268"/>
                      <a:pt x="1919940" y="2801643"/>
                    </a:cubicBezTo>
                    <a:cubicBezTo>
                      <a:pt x="1906611" y="3005018"/>
                      <a:pt x="1884343" y="3161451"/>
                      <a:pt x="1870630" y="3258414"/>
                    </a:cubicBezTo>
                    <a:cubicBezTo>
                      <a:pt x="1856917" y="3355377"/>
                      <a:pt x="1853286" y="3424637"/>
                      <a:pt x="1830040" y="3467242"/>
                    </a:cubicBezTo>
                    <a:cubicBezTo>
                      <a:pt x="1806794" y="3509847"/>
                      <a:pt x="1797666" y="3489856"/>
                      <a:pt x="1731153" y="3514044"/>
                    </a:cubicBezTo>
                    <a:cubicBezTo>
                      <a:pt x="1646243" y="3660976"/>
                      <a:pt x="1568952" y="3754566"/>
                      <a:pt x="1407842" y="3886252"/>
                    </a:cubicBezTo>
                    <a:cubicBezTo>
                      <a:pt x="1393554" y="3930319"/>
                      <a:pt x="1407742" y="3939087"/>
                      <a:pt x="1360216" y="3994642"/>
                    </a:cubicBezTo>
                    <a:cubicBezTo>
                      <a:pt x="1312690" y="4050197"/>
                      <a:pt x="1006148" y="4078150"/>
                      <a:pt x="905516" y="4091946"/>
                    </a:cubicBezTo>
                    <a:lnTo>
                      <a:pt x="834528" y="4109797"/>
                    </a:lnTo>
                    <a:cubicBezTo>
                      <a:pt x="790662" y="4128351"/>
                      <a:pt x="719573" y="4146231"/>
                      <a:pt x="668947" y="4146231"/>
                    </a:cubicBezTo>
                    <a:lnTo>
                      <a:pt x="593280" y="4153848"/>
                    </a:lnTo>
                    <a:cubicBezTo>
                      <a:pt x="441610" y="4153848"/>
                      <a:pt x="309234" y="4022929"/>
                      <a:pt x="278510" y="3874077"/>
                    </a:cubicBezTo>
                    <a:lnTo>
                      <a:pt x="272447" y="3815686"/>
                    </a:lnTo>
                    <a:lnTo>
                      <a:pt x="350581" y="3823563"/>
                    </a:lnTo>
                    <a:cubicBezTo>
                      <a:pt x="570656" y="3823563"/>
                      <a:pt x="749062" y="3645157"/>
                      <a:pt x="749062" y="3425082"/>
                    </a:cubicBezTo>
                    <a:cubicBezTo>
                      <a:pt x="749062" y="3205007"/>
                      <a:pt x="570656" y="3026601"/>
                      <a:pt x="350581" y="3026601"/>
                    </a:cubicBezTo>
                    <a:lnTo>
                      <a:pt x="271806" y="3034542"/>
                    </a:lnTo>
                    <a:lnTo>
                      <a:pt x="271806" y="2934028"/>
                    </a:lnTo>
                    <a:cubicBezTo>
                      <a:pt x="271748" y="2933449"/>
                      <a:pt x="271689" y="2932871"/>
                      <a:pt x="271631" y="2932292"/>
                    </a:cubicBezTo>
                    <a:lnTo>
                      <a:pt x="271631" y="2003300"/>
                    </a:lnTo>
                    <a:cubicBezTo>
                      <a:pt x="271689" y="2002721"/>
                      <a:pt x="271748" y="2002143"/>
                      <a:pt x="271806" y="2001564"/>
                    </a:cubicBezTo>
                    <a:lnTo>
                      <a:pt x="271806" y="1990255"/>
                    </a:lnTo>
                    <a:cubicBezTo>
                      <a:pt x="271807" y="1990249"/>
                      <a:pt x="271808" y="1990242"/>
                      <a:pt x="271809" y="1990236"/>
                    </a:cubicBezTo>
                    <a:lnTo>
                      <a:pt x="271809" y="1283760"/>
                    </a:lnTo>
                    <a:lnTo>
                      <a:pt x="350582" y="1291701"/>
                    </a:lnTo>
                    <a:cubicBezTo>
                      <a:pt x="570657" y="1291701"/>
                      <a:pt x="749063" y="1113295"/>
                      <a:pt x="749063" y="893220"/>
                    </a:cubicBezTo>
                    <a:cubicBezTo>
                      <a:pt x="749063" y="673145"/>
                      <a:pt x="570657" y="494739"/>
                      <a:pt x="350582" y="494739"/>
                    </a:cubicBezTo>
                    <a:lnTo>
                      <a:pt x="271809" y="502680"/>
                    </a:lnTo>
                    <a:lnTo>
                      <a:pt x="271809" y="212930"/>
                    </a:lnTo>
                    <a:cubicBezTo>
                      <a:pt x="271809" y="95332"/>
                      <a:pt x="367141" y="0"/>
                      <a:pt x="484738" y="0"/>
                    </a:cubicBezTo>
                    <a:lnTo>
                      <a:pt x="715444" y="0"/>
                    </a:lnTo>
                    <a:cubicBezTo>
                      <a:pt x="737759" y="0"/>
                      <a:pt x="756906" y="13569"/>
                      <a:pt x="765085" y="32905"/>
                    </a:cubicBezTo>
                    <a:lnTo>
                      <a:pt x="766548" y="40153"/>
                    </a:lnTo>
                    <a:lnTo>
                      <a:pt x="854486" y="57907"/>
                    </a:lnTo>
                    <a:cubicBezTo>
                      <a:pt x="905037" y="79289"/>
                      <a:pt x="948048" y="115007"/>
                      <a:pt x="978421" y="159965"/>
                    </a:cubicBezTo>
                    <a:lnTo>
                      <a:pt x="993528" y="191389"/>
                    </a:lnTo>
                    <a:lnTo>
                      <a:pt x="1043455" y="223709"/>
                    </a:lnTo>
                    <a:cubicBezTo>
                      <a:pt x="1176365" y="331937"/>
                      <a:pt x="1278798" y="529786"/>
                      <a:pt x="1306697" y="764676"/>
                    </a:cubicBezTo>
                    <a:lnTo>
                      <a:pt x="1349311" y="1123451"/>
                    </a:lnTo>
                    <a:lnTo>
                      <a:pt x="1494582" y="1310371"/>
                    </a:lnTo>
                    <a:cubicBezTo>
                      <a:pt x="1548263" y="1373208"/>
                      <a:pt x="1604633" y="1433272"/>
                      <a:pt x="1663692" y="1490564"/>
                    </a:cubicBezTo>
                    <a:cubicBezTo>
                      <a:pt x="1820626" y="1642802"/>
                      <a:pt x="1942320" y="1840920"/>
                      <a:pt x="1950604" y="2038162"/>
                    </a:cubicBezTo>
                    <a:close/>
                  </a:path>
                </a:pathLst>
              </a:custGeom>
              <a:solidFill>
                <a:schemeClr val="tx1">
                  <a:lumMod val="20000"/>
                  <a:lumOff val="80000"/>
                </a:schemeClr>
              </a:solidFill>
              <a:ln w="6350" cmpd="sng">
                <a:noFill/>
                <a:prstDash val="solid"/>
                <a:round/>
                <a:headEnd/>
                <a:tailEnd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ＭＳ Ｐゴシック" charset="-128"/>
                  <a:cs typeface="+mn-cs"/>
                </a:endParaRPr>
              </a:p>
            </p:txBody>
          </p:sp>
          <p:cxnSp>
            <p:nvCxnSpPr>
              <p:cNvPr id="9" name="直線コネクタ 30">
                <a:extLst>
                  <a:ext uri="{FF2B5EF4-FFF2-40B4-BE49-F238E27FC236}">
                    <a16:creationId xmlns:a16="http://schemas.microsoft.com/office/drawing/2014/main" id="{C24E742D-4815-CD4D-1D71-145EC86575A5}"/>
                  </a:ext>
                </a:extLst>
              </p:cNvPr>
              <p:cNvCxnSpPr>
                <a:stCxn id="21" idx="0"/>
                <a:endCxn id="23" idx="2"/>
              </p:cNvCxnSpPr>
              <p:nvPr/>
            </p:nvCxnSpPr>
            <p:spPr>
              <a:xfrm>
                <a:off x="5868961" y="3931773"/>
                <a:ext cx="0" cy="399213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正方形/長方形 31">
                <a:extLst>
                  <a:ext uri="{FF2B5EF4-FFF2-40B4-BE49-F238E27FC236}">
                    <a16:creationId xmlns:a16="http://schemas.microsoft.com/office/drawing/2014/main" id="{23EDD1DF-3991-E1B7-4F08-F95CA3B1C655}"/>
                  </a:ext>
                </a:extLst>
              </p:cNvPr>
              <p:cNvSpPr/>
              <p:nvPr/>
            </p:nvSpPr>
            <p:spPr>
              <a:xfrm>
                <a:off x="6412909" y="3055988"/>
                <a:ext cx="304619" cy="13255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1" name="正方形/長方形 32">
                <a:extLst>
                  <a:ext uri="{FF2B5EF4-FFF2-40B4-BE49-F238E27FC236}">
                    <a16:creationId xmlns:a16="http://schemas.microsoft.com/office/drawing/2014/main" id="{4C0638B1-4080-B9A2-4B10-9A20FC69B278}"/>
                  </a:ext>
                </a:extLst>
              </p:cNvPr>
              <p:cNvSpPr/>
              <p:nvPr/>
            </p:nvSpPr>
            <p:spPr>
              <a:xfrm>
                <a:off x="5487958" y="3382675"/>
                <a:ext cx="304619" cy="13255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2" name="正方形/長方形 33">
                <a:extLst>
                  <a:ext uri="{FF2B5EF4-FFF2-40B4-BE49-F238E27FC236}">
                    <a16:creationId xmlns:a16="http://schemas.microsoft.com/office/drawing/2014/main" id="{7E2426D5-16F4-277E-3CD8-7AC55391ABD2}"/>
                  </a:ext>
                </a:extLst>
              </p:cNvPr>
              <p:cNvSpPr/>
              <p:nvPr/>
            </p:nvSpPr>
            <p:spPr>
              <a:xfrm>
                <a:off x="6117155" y="3377272"/>
                <a:ext cx="304619" cy="13255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" name="正方形/長方形 34">
                <a:extLst>
                  <a:ext uri="{FF2B5EF4-FFF2-40B4-BE49-F238E27FC236}">
                    <a16:creationId xmlns:a16="http://schemas.microsoft.com/office/drawing/2014/main" id="{1EFDB1BC-8B12-5482-A2DA-991FABEF9929}"/>
                  </a:ext>
                </a:extLst>
              </p:cNvPr>
              <p:cNvSpPr/>
              <p:nvPr/>
            </p:nvSpPr>
            <p:spPr>
              <a:xfrm>
                <a:off x="6642620" y="3377272"/>
                <a:ext cx="304619" cy="13255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" name="正方形/長方形 35">
                <a:extLst>
                  <a:ext uri="{FF2B5EF4-FFF2-40B4-BE49-F238E27FC236}">
                    <a16:creationId xmlns:a16="http://schemas.microsoft.com/office/drawing/2014/main" id="{54C695C6-266F-180D-080A-BC2AFEBF63DB}"/>
                  </a:ext>
                </a:extLst>
              </p:cNvPr>
              <p:cNvSpPr/>
              <p:nvPr/>
            </p:nvSpPr>
            <p:spPr>
              <a:xfrm>
                <a:off x="7184197" y="3382675"/>
                <a:ext cx="304619" cy="13255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" name="正方形/長方形 36">
                <a:extLst>
                  <a:ext uri="{FF2B5EF4-FFF2-40B4-BE49-F238E27FC236}">
                    <a16:creationId xmlns:a16="http://schemas.microsoft.com/office/drawing/2014/main" id="{2888286D-8206-A642-D772-697984A5A54B}"/>
                  </a:ext>
                </a:extLst>
              </p:cNvPr>
              <p:cNvSpPr/>
              <p:nvPr/>
            </p:nvSpPr>
            <p:spPr>
              <a:xfrm>
                <a:off x="5253625" y="3644089"/>
                <a:ext cx="304619" cy="13255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" name="正方形/長方形 37">
                <a:extLst>
                  <a:ext uri="{FF2B5EF4-FFF2-40B4-BE49-F238E27FC236}">
                    <a16:creationId xmlns:a16="http://schemas.microsoft.com/office/drawing/2014/main" id="{F646567A-63A3-A228-D54F-68E21FA457EF}"/>
                  </a:ext>
                </a:extLst>
              </p:cNvPr>
              <p:cNvSpPr/>
              <p:nvPr/>
            </p:nvSpPr>
            <p:spPr>
              <a:xfrm>
                <a:off x="6776329" y="3644089"/>
                <a:ext cx="304619" cy="13255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" name="正方形/長方形 38">
                <a:extLst>
                  <a:ext uri="{FF2B5EF4-FFF2-40B4-BE49-F238E27FC236}">
                    <a16:creationId xmlns:a16="http://schemas.microsoft.com/office/drawing/2014/main" id="{B1CE3E32-6587-7AC8-8A2B-EC5398D2F720}"/>
                  </a:ext>
                </a:extLst>
              </p:cNvPr>
              <p:cNvSpPr/>
              <p:nvPr/>
            </p:nvSpPr>
            <p:spPr>
              <a:xfrm>
                <a:off x="6586920" y="3934504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cxnSp>
            <p:nvCxnSpPr>
              <p:cNvPr id="18" name="カギ線コネクタ 85">
                <a:extLst>
                  <a:ext uri="{FF2B5EF4-FFF2-40B4-BE49-F238E27FC236}">
                    <a16:creationId xmlns:a16="http://schemas.microsoft.com/office/drawing/2014/main" id="{F6F552F1-3850-E62C-DBD3-9ED33550C92D}"/>
                  </a:ext>
                </a:extLst>
              </p:cNvPr>
              <p:cNvCxnSpPr>
                <a:stCxn id="14" idx="0"/>
                <a:endCxn id="11" idx="0"/>
              </p:cNvCxnSpPr>
              <p:nvPr/>
            </p:nvCxnSpPr>
            <p:spPr>
              <a:xfrm rot="16200000" flipV="1">
                <a:off x="6488387" y="2534555"/>
                <a:ext cx="8122" cy="1696240"/>
              </a:xfrm>
              <a:prstGeom prst="bentConnector3">
                <a:avLst>
                  <a:gd name="adj1" fmla="val 1800000"/>
                </a:avLst>
              </a:prstGeom>
              <a:ln cmpd="sng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コネクタ 40">
                <a:extLst>
                  <a:ext uri="{FF2B5EF4-FFF2-40B4-BE49-F238E27FC236}">
                    <a16:creationId xmlns:a16="http://schemas.microsoft.com/office/drawing/2014/main" id="{0858AC85-DC95-DF6C-B2FB-12E9244D9D26}"/>
                  </a:ext>
                </a:extLst>
              </p:cNvPr>
              <p:cNvCxnSpPr>
                <a:stCxn id="10" idx="2"/>
              </p:cNvCxnSpPr>
              <p:nvPr/>
            </p:nvCxnSpPr>
            <p:spPr>
              <a:xfrm flipH="1">
                <a:off x="6565218" y="3188546"/>
                <a:ext cx="1" cy="46581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グループ化 41">
                <a:extLst>
                  <a:ext uri="{FF2B5EF4-FFF2-40B4-BE49-F238E27FC236}">
                    <a16:creationId xmlns:a16="http://schemas.microsoft.com/office/drawing/2014/main" id="{34853869-070E-3738-3A21-F8879A33FA21}"/>
                  </a:ext>
                </a:extLst>
              </p:cNvPr>
              <p:cNvGrpSpPr/>
              <p:nvPr/>
            </p:nvGrpSpPr>
            <p:grpSpPr>
              <a:xfrm>
                <a:off x="5179637" y="3935834"/>
                <a:ext cx="452594" cy="113707"/>
                <a:chOff x="6960051" y="3583600"/>
                <a:chExt cx="707707" cy="177800"/>
              </a:xfrm>
            </p:grpSpPr>
            <p:sp>
              <p:nvSpPr>
                <p:cNvPr id="52" name="正方形/長方形 73">
                  <a:extLst>
                    <a:ext uri="{FF2B5EF4-FFF2-40B4-BE49-F238E27FC236}">
                      <a16:creationId xmlns:a16="http://schemas.microsoft.com/office/drawing/2014/main" id="{370C5C28-E34D-8A57-C51F-703059267905}"/>
                    </a:ext>
                  </a:extLst>
                </p:cNvPr>
                <p:cNvSpPr/>
                <p:nvPr/>
              </p:nvSpPr>
              <p:spPr>
                <a:xfrm>
                  <a:off x="6960051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</a:endParaRPr>
                </a:p>
              </p:txBody>
            </p:sp>
            <p:sp>
              <p:nvSpPr>
                <p:cNvPr id="53" name="正方形/長方形 74">
                  <a:extLst>
                    <a:ext uri="{FF2B5EF4-FFF2-40B4-BE49-F238E27FC236}">
                      <a16:creationId xmlns:a16="http://schemas.microsoft.com/office/drawing/2014/main" id="{B60316A7-A9FB-954F-9949-D5233C4D42AD}"/>
                    </a:ext>
                  </a:extLst>
                </p:cNvPr>
                <p:cNvSpPr/>
                <p:nvPr/>
              </p:nvSpPr>
              <p:spPr>
                <a:xfrm>
                  <a:off x="7225004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</a:endParaRPr>
                </a:p>
              </p:txBody>
            </p:sp>
            <p:sp>
              <p:nvSpPr>
                <p:cNvPr id="54" name="正方形/長方形 75">
                  <a:extLst>
                    <a:ext uri="{FF2B5EF4-FFF2-40B4-BE49-F238E27FC236}">
                      <a16:creationId xmlns:a16="http://schemas.microsoft.com/office/drawing/2014/main" id="{240A3ED3-0063-EEC6-8A19-5EF31F266A92}"/>
                    </a:ext>
                  </a:extLst>
                </p:cNvPr>
                <p:cNvSpPr/>
                <p:nvPr/>
              </p:nvSpPr>
              <p:spPr>
                <a:xfrm>
                  <a:off x="7489958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</a:endParaRPr>
                </a:p>
              </p:txBody>
            </p:sp>
          </p:grpSp>
          <p:sp>
            <p:nvSpPr>
              <p:cNvPr id="21" name="正方形/長方形 42">
                <a:extLst>
                  <a:ext uri="{FF2B5EF4-FFF2-40B4-BE49-F238E27FC236}">
                    <a16:creationId xmlns:a16="http://schemas.microsoft.com/office/drawing/2014/main" id="{EC23DC69-6403-541C-AFF4-D883E866BD82}"/>
                  </a:ext>
                </a:extLst>
              </p:cNvPr>
              <p:cNvSpPr/>
              <p:nvPr/>
            </p:nvSpPr>
            <p:spPr>
              <a:xfrm>
                <a:off x="5812108" y="3931773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" name="正方形/長方形 43">
                <a:extLst>
                  <a:ext uri="{FF2B5EF4-FFF2-40B4-BE49-F238E27FC236}">
                    <a16:creationId xmlns:a16="http://schemas.microsoft.com/office/drawing/2014/main" id="{1DBEE4A4-19AA-0082-5290-1B92C37BA95A}"/>
                  </a:ext>
                </a:extLst>
              </p:cNvPr>
              <p:cNvSpPr/>
              <p:nvPr/>
            </p:nvSpPr>
            <p:spPr>
              <a:xfrm>
                <a:off x="5812108" y="4074525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" name="正方形/長方形 44">
                <a:extLst>
                  <a:ext uri="{FF2B5EF4-FFF2-40B4-BE49-F238E27FC236}">
                    <a16:creationId xmlns:a16="http://schemas.microsoft.com/office/drawing/2014/main" id="{884ED1E7-9FB1-421A-84A2-D72C1DF18010}"/>
                  </a:ext>
                </a:extLst>
              </p:cNvPr>
              <p:cNvSpPr/>
              <p:nvPr/>
            </p:nvSpPr>
            <p:spPr>
              <a:xfrm>
                <a:off x="5812108" y="4217279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cxnSp>
            <p:nvCxnSpPr>
              <p:cNvPr id="24" name="カギ線コネクタ 91">
                <a:extLst>
                  <a:ext uri="{FF2B5EF4-FFF2-40B4-BE49-F238E27FC236}">
                    <a16:creationId xmlns:a16="http://schemas.microsoft.com/office/drawing/2014/main" id="{03836CCB-F953-950F-A8DB-44C74EA14CA6}"/>
                  </a:ext>
                </a:extLst>
              </p:cNvPr>
              <p:cNvCxnSpPr>
                <a:stCxn id="15" idx="0"/>
                <a:endCxn id="21" idx="0"/>
              </p:cNvCxnSpPr>
              <p:nvPr/>
            </p:nvCxnSpPr>
            <p:spPr>
              <a:xfrm rot="16200000" flipH="1">
                <a:off x="5493606" y="3556418"/>
                <a:ext cx="287684" cy="463027"/>
              </a:xfrm>
              <a:prstGeom prst="bentConnector3">
                <a:avLst>
                  <a:gd name="adj1" fmla="val -15880"/>
                </a:avLst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コネクタ 46">
                <a:extLst>
                  <a:ext uri="{FF2B5EF4-FFF2-40B4-BE49-F238E27FC236}">
                    <a16:creationId xmlns:a16="http://schemas.microsoft.com/office/drawing/2014/main" id="{62702EBB-D9C7-25AC-EEA4-9772E0F6420D}"/>
                  </a:ext>
                </a:extLst>
              </p:cNvPr>
              <p:cNvCxnSpPr>
                <a:stCxn id="11" idx="2"/>
              </p:cNvCxnSpPr>
              <p:nvPr/>
            </p:nvCxnSpPr>
            <p:spPr>
              <a:xfrm>
                <a:off x="5640267" y="3515233"/>
                <a:ext cx="0" cy="86021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カギ線コネクタ 93">
                <a:extLst>
                  <a:ext uri="{FF2B5EF4-FFF2-40B4-BE49-F238E27FC236}">
                    <a16:creationId xmlns:a16="http://schemas.microsoft.com/office/drawing/2014/main" id="{E80C5E66-DFFA-45B2-C895-23EED326E844}"/>
                  </a:ext>
                </a:extLst>
              </p:cNvPr>
              <p:cNvCxnSpPr>
                <a:stCxn id="52" idx="0"/>
                <a:endCxn id="54" idx="0"/>
              </p:cNvCxnSpPr>
              <p:nvPr/>
            </p:nvCxnSpPr>
            <p:spPr>
              <a:xfrm rot="5400000" flipH="1" flipV="1">
                <a:off x="5405934" y="3766391"/>
                <a:ext cx="8122" cy="338887"/>
              </a:xfrm>
              <a:prstGeom prst="bentConnector3">
                <a:avLst>
                  <a:gd name="adj1" fmla="val 1049984"/>
                </a:avLst>
              </a:prstGeom>
              <a:ln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48">
                <a:extLst>
                  <a:ext uri="{FF2B5EF4-FFF2-40B4-BE49-F238E27FC236}">
                    <a16:creationId xmlns:a16="http://schemas.microsoft.com/office/drawing/2014/main" id="{997A2BEE-06D6-91FC-FD7A-C448A9625AD6}"/>
                  </a:ext>
                </a:extLst>
              </p:cNvPr>
              <p:cNvCxnSpPr>
                <a:stCxn id="15" idx="2"/>
                <a:endCxn id="53" idx="0"/>
              </p:cNvCxnSpPr>
              <p:nvPr/>
            </p:nvCxnSpPr>
            <p:spPr>
              <a:xfrm flipH="1">
                <a:off x="5405934" y="3776647"/>
                <a:ext cx="1" cy="159187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正方形/長方形 49">
                <a:extLst>
                  <a:ext uri="{FF2B5EF4-FFF2-40B4-BE49-F238E27FC236}">
                    <a16:creationId xmlns:a16="http://schemas.microsoft.com/office/drawing/2014/main" id="{AE9DD95A-CA84-4FA5-9B80-2F1BC750BB9B}"/>
                  </a:ext>
                </a:extLst>
              </p:cNvPr>
              <p:cNvSpPr/>
              <p:nvPr/>
            </p:nvSpPr>
            <p:spPr>
              <a:xfrm>
                <a:off x="6077849" y="3934504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" name="正方形/長方形 50">
                <a:extLst>
                  <a:ext uri="{FF2B5EF4-FFF2-40B4-BE49-F238E27FC236}">
                    <a16:creationId xmlns:a16="http://schemas.microsoft.com/office/drawing/2014/main" id="{1D267698-A3C1-15BE-C609-BA744FA6DC2E}"/>
                  </a:ext>
                </a:extLst>
              </p:cNvPr>
              <p:cNvSpPr/>
              <p:nvPr/>
            </p:nvSpPr>
            <p:spPr>
              <a:xfrm>
                <a:off x="6212612" y="3934504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" name="正方形/長方形 51">
                <a:extLst>
                  <a:ext uri="{FF2B5EF4-FFF2-40B4-BE49-F238E27FC236}">
                    <a16:creationId xmlns:a16="http://schemas.microsoft.com/office/drawing/2014/main" id="{C6C8A604-97C2-190B-B957-914374F85E6D}"/>
                  </a:ext>
                </a:extLst>
              </p:cNvPr>
              <p:cNvSpPr/>
              <p:nvPr/>
            </p:nvSpPr>
            <p:spPr>
              <a:xfrm>
                <a:off x="6347373" y="3934504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grpSp>
            <p:nvGrpSpPr>
              <p:cNvPr id="31" name="グループ化 52">
                <a:extLst>
                  <a:ext uri="{FF2B5EF4-FFF2-40B4-BE49-F238E27FC236}">
                    <a16:creationId xmlns:a16="http://schemas.microsoft.com/office/drawing/2014/main" id="{C8952934-CFE4-ED90-F383-F298229DCE3C}"/>
                  </a:ext>
                </a:extLst>
              </p:cNvPr>
              <p:cNvGrpSpPr/>
              <p:nvPr/>
            </p:nvGrpSpPr>
            <p:grpSpPr>
              <a:xfrm>
                <a:off x="6806530" y="3934504"/>
                <a:ext cx="244215" cy="113707"/>
                <a:chOff x="9335528" y="3518292"/>
                <a:chExt cx="381872" cy="177800"/>
              </a:xfrm>
            </p:grpSpPr>
            <p:sp>
              <p:nvSpPr>
                <p:cNvPr id="50" name="正方形/長方形 71">
                  <a:extLst>
                    <a:ext uri="{FF2B5EF4-FFF2-40B4-BE49-F238E27FC236}">
                      <a16:creationId xmlns:a16="http://schemas.microsoft.com/office/drawing/2014/main" id="{89F04BAD-539A-3BA5-619C-C7FF41451E8A}"/>
                    </a:ext>
                  </a:extLst>
                </p:cNvPr>
                <p:cNvSpPr/>
                <p:nvPr/>
              </p:nvSpPr>
              <p:spPr>
                <a:xfrm>
                  <a:off x="9335528" y="3518292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</a:endParaRPr>
                </a:p>
              </p:txBody>
            </p:sp>
            <p:sp>
              <p:nvSpPr>
                <p:cNvPr id="51" name="正方形/長方形 72">
                  <a:extLst>
                    <a:ext uri="{FF2B5EF4-FFF2-40B4-BE49-F238E27FC236}">
                      <a16:creationId xmlns:a16="http://schemas.microsoft.com/office/drawing/2014/main" id="{D2834F11-EFF5-3D96-0207-7F9B5A406E6A}"/>
                    </a:ext>
                  </a:extLst>
                </p:cNvPr>
                <p:cNvSpPr/>
                <p:nvPr/>
              </p:nvSpPr>
              <p:spPr>
                <a:xfrm>
                  <a:off x="9539600" y="3518292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</a:endParaRPr>
                </a:p>
              </p:txBody>
            </p:sp>
          </p:grpSp>
          <p:sp>
            <p:nvSpPr>
              <p:cNvPr id="32" name="正方形/長方形 53">
                <a:extLst>
                  <a:ext uri="{FF2B5EF4-FFF2-40B4-BE49-F238E27FC236}">
                    <a16:creationId xmlns:a16="http://schemas.microsoft.com/office/drawing/2014/main" id="{FEF2A88D-5F14-6ED0-BED4-D5B73CFC00F4}"/>
                  </a:ext>
                </a:extLst>
              </p:cNvPr>
              <p:cNvSpPr/>
              <p:nvPr/>
            </p:nvSpPr>
            <p:spPr>
              <a:xfrm>
                <a:off x="7407120" y="3890945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" name="正方形/長方形 54">
                <a:extLst>
                  <a:ext uri="{FF2B5EF4-FFF2-40B4-BE49-F238E27FC236}">
                    <a16:creationId xmlns:a16="http://schemas.microsoft.com/office/drawing/2014/main" id="{03286752-4DD8-5BA1-8833-9163650BDF6E}"/>
                  </a:ext>
                </a:extLst>
              </p:cNvPr>
              <p:cNvSpPr/>
              <p:nvPr/>
            </p:nvSpPr>
            <p:spPr>
              <a:xfrm>
                <a:off x="7407120" y="4019403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" name="正方形/長方形 55">
                <a:extLst>
                  <a:ext uri="{FF2B5EF4-FFF2-40B4-BE49-F238E27FC236}">
                    <a16:creationId xmlns:a16="http://schemas.microsoft.com/office/drawing/2014/main" id="{8E44F666-D023-3B80-6D8D-170A85C9A18C}"/>
                  </a:ext>
                </a:extLst>
              </p:cNvPr>
              <p:cNvSpPr/>
              <p:nvPr/>
            </p:nvSpPr>
            <p:spPr>
              <a:xfrm>
                <a:off x="7407120" y="4147860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" name="正方形/長方形 56">
                <a:extLst>
                  <a:ext uri="{FF2B5EF4-FFF2-40B4-BE49-F238E27FC236}">
                    <a16:creationId xmlns:a16="http://schemas.microsoft.com/office/drawing/2014/main" id="{C3FBC325-A7DD-DEA9-BED6-6C2A1E7AD2EE}"/>
                  </a:ext>
                </a:extLst>
              </p:cNvPr>
              <p:cNvSpPr/>
              <p:nvPr/>
            </p:nvSpPr>
            <p:spPr>
              <a:xfrm>
                <a:off x="7407120" y="4276318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" name="正方形/長方形 57">
                <a:extLst>
                  <a:ext uri="{FF2B5EF4-FFF2-40B4-BE49-F238E27FC236}">
                    <a16:creationId xmlns:a16="http://schemas.microsoft.com/office/drawing/2014/main" id="{CF7B54F4-7B3A-00BF-2872-B70F0F638B5E}"/>
                  </a:ext>
                </a:extLst>
              </p:cNvPr>
              <p:cNvSpPr/>
              <p:nvPr/>
            </p:nvSpPr>
            <p:spPr>
              <a:xfrm>
                <a:off x="7175327" y="4276318"/>
                <a:ext cx="113707" cy="11370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cxnSp>
            <p:nvCxnSpPr>
              <p:cNvPr id="37" name="カギ線コネクタ 104">
                <a:extLst>
                  <a:ext uri="{FF2B5EF4-FFF2-40B4-BE49-F238E27FC236}">
                    <a16:creationId xmlns:a16="http://schemas.microsoft.com/office/drawing/2014/main" id="{68B16EE9-D312-47A0-C18E-E60BD46E24F0}"/>
                  </a:ext>
                </a:extLst>
              </p:cNvPr>
              <p:cNvCxnSpPr>
                <a:stCxn id="30" idx="0"/>
                <a:endCxn id="28" idx="0"/>
              </p:cNvCxnSpPr>
              <p:nvPr/>
            </p:nvCxnSpPr>
            <p:spPr>
              <a:xfrm rot="16200000" flipV="1">
                <a:off x="6269465" y="3799742"/>
                <a:ext cx="8122" cy="269524"/>
              </a:xfrm>
              <a:prstGeom prst="bentConnector3">
                <a:avLst>
                  <a:gd name="adj1" fmla="val 1049984"/>
                </a:avLst>
              </a:prstGeom>
              <a:ln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59">
                <a:extLst>
                  <a:ext uri="{FF2B5EF4-FFF2-40B4-BE49-F238E27FC236}">
                    <a16:creationId xmlns:a16="http://schemas.microsoft.com/office/drawing/2014/main" id="{15F9EF4B-FDE4-125A-D7E7-193986A4C9B5}"/>
                  </a:ext>
                </a:extLst>
              </p:cNvPr>
              <p:cNvCxnSpPr>
                <a:stCxn id="12" idx="2"/>
                <a:endCxn id="29" idx="0"/>
              </p:cNvCxnSpPr>
              <p:nvPr/>
            </p:nvCxnSpPr>
            <p:spPr>
              <a:xfrm>
                <a:off x="6269465" y="3509830"/>
                <a:ext cx="0" cy="424674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カギ線コネクタ 106">
                <a:extLst>
                  <a:ext uri="{FF2B5EF4-FFF2-40B4-BE49-F238E27FC236}">
                    <a16:creationId xmlns:a16="http://schemas.microsoft.com/office/drawing/2014/main" id="{B159F241-BCFF-30AA-7281-3A41B7D18FAF}"/>
                  </a:ext>
                </a:extLst>
              </p:cNvPr>
              <p:cNvCxnSpPr>
                <a:stCxn id="17" idx="0"/>
                <a:endCxn id="16" idx="0"/>
              </p:cNvCxnSpPr>
              <p:nvPr/>
            </p:nvCxnSpPr>
            <p:spPr>
              <a:xfrm rot="5400000" flipH="1" flipV="1">
                <a:off x="6640999" y="3646865"/>
                <a:ext cx="290415" cy="284865"/>
              </a:xfrm>
              <a:prstGeom prst="bentConnector3">
                <a:avLst>
                  <a:gd name="adj1" fmla="val 115730"/>
                </a:avLst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カギ線コネクタ 107">
                <a:extLst>
                  <a:ext uri="{FF2B5EF4-FFF2-40B4-BE49-F238E27FC236}">
                    <a16:creationId xmlns:a16="http://schemas.microsoft.com/office/drawing/2014/main" id="{C8BFA2B7-D3E5-E4F6-414A-1245714EA39B}"/>
                  </a:ext>
                </a:extLst>
              </p:cNvPr>
              <p:cNvCxnSpPr>
                <a:stCxn id="50" idx="0"/>
                <a:endCxn id="51" idx="0"/>
              </p:cNvCxnSpPr>
              <p:nvPr/>
            </p:nvCxnSpPr>
            <p:spPr>
              <a:xfrm rot="5400000" flipH="1" flipV="1">
                <a:off x="6928638" y="3869250"/>
                <a:ext cx="8122" cy="130508"/>
              </a:xfrm>
              <a:prstGeom prst="bentConnector3">
                <a:avLst>
                  <a:gd name="adj1" fmla="val 1025000"/>
                </a:avLst>
              </a:prstGeom>
              <a:ln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62">
                <a:extLst>
                  <a:ext uri="{FF2B5EF4-FFF2-40B4-BE49-F238E27FC236}">
                    <a16:creationId xmlns:a16="http://schemas.microsoft.com/office/drawing/2014/main" id="{B47C7240-2F3C-0FFB-586B-EC7E79CA18EB}"/>
                  </a:ext>
                </a:extLst>
              </p:cNvPr>
              <p:cNvCxnSpPr>
                <a:stCxn id="36" idx="3"/>
                <a:endCxn id="35" idx="1"/>
              </p:cNvCxnSpPr>
              <p:nvPr/>
            </p:nvCxnSpPr>
            <p:spPr>
              <a:xfrm>
                <a:off x="7289034" y="4333172"/>
                <a:ext cx="118086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63">
                <a:extLst>
                  <a:ext uri="{FF2B5EF4-FFF2-40B4-BE49-F238E27FC236}">
                    <a16:creationId xmlns:a16="http://schemas.microsoft.com/office/drawing/2014/main" id="{10B52837-5D34-69A4-AECE-FDF48D1FA4F3}"/>
                  </a:ext>
                </a:extLst>
              </p:cNvPr>
              <p:cNvCxnSpPr>
                <a:stCxn id="13" idx="2"/>
              </p:cNvCxnSpPr>
              <p:nvPr/>
            </p:nvCxnSpPr>
            <p:spPr>
              <a:xfrm flipH="1">
                <a:off x="6794686" y="3509830"/>
                <a:ext cx="244" cy="81272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コネクタ 64">
                <a:extLst>
                  <a:ext uri="{FF2B5EF4-FFF2-40B4-BE49-F238E27FC236}">
                    <a16:creationId xmlns:a16="http://schemas.microsoft.com/office/drawing/2014/main" id="{C32FBC54-90CE-59FD-B78E-2F5E63B16637}"/>
                  </a:ext>
                </a:extLst>
              </p:cNvPr>
              <p:cNvCxnSpPr>
                <a:stCxn id="16" idx="2"/>
              </p:cNvCxnSpPr>
              <p:nvPr/>
            </p:nvCxnSpPr>
            <p:spPr>
              <a:xfrm>
                <a:off x="6928638" y="3776647"/>
                <a:ext cx="0" cy="74864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コネクタ 65">
                <a:extLst>
                  <a:ext uri="{FF2B5EF4-FFF2-40B4-BE49-F238E27FC236}">
                    <a16:creationId xmlns:a16="http://schemas.microsoft.com/office/drawing/2014/main" id="{B8AFDD95-B2C5-93E6-A7F9-3D93C5474C06}"/>
                  </a:ext>
                </a:extLst>
              </p:cNvPr>
              <p:cNvCxnSpPr>
                <a:stCxn id="14" idx="2"/>
              </p:cNvCxnSpPr>
              <p:nvPr/>
            </p:nvCxnSpPr>
            <p:spPr>
              <a:xfrm>
                <a:off x="7336507" y="3515233"/>
                <a:ext cx="317" cy="815753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66">
                <a:extLst>
                  <a:ext uri="{FF2B5EF4-FFF2-40B4-BE49-F238E27FC236}">
                    <a16:creationId xmlns:a16="http://schemas.microsoft.com/office/drawing/2014/main" id="{B9E902B5-DC5F-4845-7921-9C57A6BEE421}"/>
                  </a:ext>
                </a:extLst>
              </p:cNvPr>
              <p:cNvCxnSpPr>
                <a:endCxn id="32" idx="1"/>
              </p:cNvCxnSpPr>
              <p:nvPr/>
            </p:nvCxnSpPr>
            <p:spPr>
              <a:xfrm>
                <a:off x="7336824" y="3947798"/>
                <a:ext cx="70296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コネクタ 67">
                <a:extLst>
                  <a:ext uri="{FF2B5EF4-FFF2-40B4-BE49-F238E27FC236}">
                    <a16:creationId xmlns:a16="http://schemas.microsoft.com/office/drawing/2014/main" id="{5B0FE786-C6BA-B6B3-DFAF-9A17676734B0}"/>
                  </a:ext>
                </a:extLst>
              </p:cNvPr>
              <p:cNvCxnSpPr>
                <a:endCxn id="33" idx="1"/>
              </p:cNvCxnSpPr>
              <p:nvPr/>
            </p:nvCxnSpPr>
            <p:spPr>
              <a:xfrm>
                <a:off x="7336824" y="4076256"/>
                <a:ext cx="70296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コネクタ 68">
                <a:extLst>
                  <a:ext uri="{FF2B5EF4-FFF2-40B4-BE49-F238E27FC236}">
                    <a16:creationId xmlns:a16="http://schemas.microsoft.com/office/drawing/2014/main" id="{6FFE6F60-6397-9FC9-1AED-A8E7B51E4A71}"/>
                  </a:ext>
                </a:extLst>
              </p:cNvPr>
              <p:cNvCxnSpPr>
                <a:endCxn id="34" idx="1"/>
              </p:cNvCxnSpPr>
              <p:nvPr/>
            </p:nvCxnSpPr>
            <p:spPr>
              <a:xfrm>
                <a:off x="7336824" y="4204714"/>
                <a:ext cx="70296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コネクタ 69">
                <a:extLst>
                  <a:ext uri="{FF2B5EF4-FFF2-40B4-BE49-F238E27FC236}">
                    <a16:creationId xmlns:a16="http://schemas.microsoft.com/office/drawing/2014/main" id="{A339AADD-376D-79AF-BCE9-4FE4F18948CF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V="1">
                <a:off x="6269465" y="3235128"/>
                <a:ext cx="0" cy="142145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コネクタ 70">
                <a:extLst>
                  <a:ext uri="{FF2B5EF4-FFF2-40B4-BE49-F238E27FC236}">
                    <a16:creationId xmlns:a16="http://schemas.microsoft.com/office/drawing/2014/main" id="{9A5163E6-82BE-19C9-D380-804161BCD73F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6794686" y="3235128"/>
                <a:ext cx="244" cy="142145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テキスト ボックス 28">
              <a:extLst>
                <a:ext uri="{FF2B5EF4-FFF2-40B4-BE49-F238E27FC236}">
                  <a16:creationId xmlns:a16="http://schemas.microsoft.com/office/drawing/2014/main" id="{75ABEB5C-03EC-32E4-723F-6577A9A3E964}"/>
                </a:ext>
              </a:extLst>
            </p:cNvPr>
            <p:cNvSpPr txBox="1"/>
            <p:nvPr/>
          </p:nvSpPr>
          <p:spPr>
            <a:xfrm>
              <a:off x="4120741" y="2872655"/>
              <a:ext cx="1457202" cy="519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Domain</a:t>
              </a:r>
            </a:p>
          </p:txBody>
        </p:sp>
      </p:grpSp>
      <p:grpSp>
        <p:nvGrpSpPr>
          <p:cNvPr id="55" name="グループ化 76">
            <a:extLst>
              <a:ext uri="{FF2B5EF4-FFF2-40B4-BE49-F238E27FC236}">
                <a16:creationId xmlns:a16="http://schemas.microsoft.com/office/drawing/2014/main" id="{CCD5D114-A21A-F1B2-37BF-F58C370AFB2B}"/>
              </a:ext>
            </a:extLst>
          </p:cNvPr>
          <p:cNvGrpSpPr/>
          <p:nvPr/>
        </p:nvGrpSpPr>
        <p:grpSpPr>
          <a:xfrm>
            <a:off x="9003799" y="1440746"/>
            <a:ext cx="1215047" cy="872787"/>
            <a:chOff x="6449764" y="1894722"/>
            <a:chExt cx="2049270" cy="1472023"/>
          </a:xfrm>
        </p:grpSpPr>
        <p:grpSp>
          <p:nvGrpSpPr>
            <p:cNvPr id="56" name="グループ化 77">
              <a:extLst>
                <a:ext uri="{FF2B5EF4-FFF2-40B4-BE49-F238E27FC236}">
                  <a16:creationId xmlns:a16="http://schemas.microsoft.com/office/drawing/2014/main" id="{DFCE410F-A9AB-BFFF-78AE-A698B08E7AB3}"/>
                </a:ext>
              </a:extLst>
            </p:cNvPr>
            <p:cNvGrpSpPr/>
            <p:nvPr/>
          </p:nvGrpSpPr>
          <p:grpSpPr>
            <a:xfrm>
              <a:off x="6449764" y="1894722"/>
              <a:ext cx="2049270" cy="962316"/>
              <a:chOff x="8594919" y="2497738"/>
              <a:chExt cx="2648394" cy="1243658"/>
            </a:xfrm>
          </p:grpSpPr>
          <p:sp>
            <p:nvSpPr>
              <p:cNvPr id="58" name="フリーフォーム 67">
                <a:extLst>
                  <a:ext uri="{FF2B5EF4-FFF2-40B4-BE49-F238E27FC236}">
                    <a16:creationId xmlns:a16="http://schemas.microsoft.com/office/drawing/2014/main" id="{41600A4C-614B-C94C-38F4-180F36261CB9}"/>
                  </a:ext>
                </a:extLst>
              </p:cNvPr>
              <p:cNvSpPr/>
              <p:nvPr/>
            </p:nvSpPr>
            <p:spPr bwMode="auto">
              <a:xfrm rot="16200000">
                <a:off x="9297287" y="1795370"/>
                <a:ext cx="1243658" cy="2648394"/>
              </a:xfrm>
              <a:custGeom>
                <a:avLst/>
                <a:gdLst>
                  <a:gd name="connsiteX0" fmla="*/ 701162 w 1950604"/>
                  <a:gd name="connsiteY0" fmla="*/ 3425081 h 4153848"/>
                  <a:gd name="connsiteX1" fmla="*/ 350581 w 1950604"/>
                  <a:gd name="connsiteY1" fmla="*/ 3775662 h 4153848"/>
                  <a:gd name="connsiteX2" fmla="*/ 0 w 1950604"/>
                  <a:gd name="connsiteY2" fmla="*/ 3425081 h 4153848"/>
                  <a:gd name="connsiteX3" fmla="*/ 350581 w 1950604"/>
                  <a:gd name="connsiteY3" fmla="*/ 3074500 h 4153848"/>
                  <a:gd name="connsiteX4" fmla="*/ 701162 w 1950604"/>
                  <a:gd name="connsiteY4" fmla="*/ 3425081 h 4153848"/>
                  <a:gd name="connsiteX5" fmla="*/ 701163 w 1950604"/>
                  <a:gd name="connsiteY5" fmla="*/ 893221 h 4153848"/>
                  <a:gd name="connsiteX6" fmla="*/ 350582 w 1950604"/>
                  <a:gd name="connsiteY6" fmla="*/ 1243801 h 4153848"/>
                  <a:gd name="connsiteX7" fmla="*/ 0 w 1950604"/>
                  <a:gd name="connsiteY7" fmla="*/ 893221 h 4153848"/>
                  <a:gd name="connsiteX8" fmla="*/ 350582 w 1950604"/>
                  <a:gd name="connsiteY8" fmla="*/ 542640 h 4153848"/>
                  <a:gd name="connsiteX9" fmla="*/ 701163 w 1950604"/>
                  <a:gd name="connsiteY9" fmla="*/ 893221 h 4153848"/>
                  <a:gd name="connsiteX10" fmla="*/ 1950604 w 1950604"/>
                  <a:gd name="connsiteY10" fmla="*/ 2038162 h 4153848"/>
                  <a:gd name="connsiteX11" fmla="*/ 1919940 w 1950604"/>
                  <a:gd name="connsiteY11" fmla="*/ 2801643 h 4153848"/>
                  <a:gd name="connsiteX12" fmla="*/ 1870630 w 1950604"/>
                  <a:gd name="connsiteY12" fmla="*/ 3258414 h 4153848"/>
                  <a:gd name="connsiteX13" fmla="*/ 1830040 w 1950604"/>
                  <a:gd name="connsiteY13" fmla="*/ 3467242 h 4153848"/>
                  <a:gd name="connsiteX14" fmla="*/ 1731153 w 1950604"/>
                  <a:gd name="connsiteY14" fmla="*/ 3514044 h 4153848"/>
                  <a:gd name="connsiteX15" fmla="*/ 1407842 w 1950604"/>
                  <a:gd name="connsiteY15" fmla="*/ 3886252 h 4153848"/>
                  <a:gd name="connsiteX16" fmla="*/ 1360216 w 1950604"/>
                  <a:gd name="connsiteY16" fmla="*/ 3994642 h 4153848"/>
                  <a:gd name="connsiteX17" fmla="*/ 905516 w 1950604"/>
                  <a:gd name="connsiteY17" fmla="*/ 4091946 h 4153848"/>
                  <a:gd name="connsiteX18" fmla="*/ 834528 w 1950604"/>
                  <a:gd name="connsiteY18" fmla="*/ 4109797 h 4153848"/>
                  <a:gd name="connsiteX19" fmla="*/ 668947 w 1950604"/>
                  <a:gd name="connsiteY19" fmla="*/ 4146231 h 4153848"/>
                  <a:gd name="connsiteX20" fmla="*/ 593280 w 1950604"/>
                  <a:gd name="connsiteY20" fmla="*/ 4153848 h 4153848"/>
                  <a:gd name="connsiteX21" fmla="*/ 278510 w 1950604"/>
                  <a:gd name="connsiteY21" fmla="*/ 3874077 h 4153848"/>
                  <a:gd name="connsiteX22" fmla="*/ 272447 w 1950604"/>
                  <a:gd name="connsiteY22" fmla="*/ 3815686 h 4153848"/>
                  <a:gd name="connsiteX23" fmla="*/ 350581 w 1950604"/>
                  <a:gd name="connsiteY23" fmla="*/ 3823563 h 4153848"/>
                  <a:gd name="connsiteX24" fmla="*/ 749062 w 1950604"/>
                  <a:gd name="connsiteY24" fmla="*/ 3425082 h 4153848"/>
                  <a:gd name="connsiteX25" fmla="*/ 350581 w 1950604"/>
                  <a:gd name="connsiteY25" fmla="*/ 3026601 h 4153848"/>
                  <a:gd name="connsiteX26" fmla="*/ 271806 w 1950604"/>
                  <a:gd name="connsiteY26" fmla="*/ 3034542 h 4153848"/>
                  <a:gd name="connsiteX27" fmla="*/ 271806 w 1950604"/>
                  <a:gd name="connsiteY27" fmla="*/ 2934028 h 4153848"/>
                  <a:gd name="connsiteX28" fmla="*/ 271631 w 1950604"/>
                  <a:gd name="connsiteY28" fmla="*/ 2932292 h 4153848"/>
                  <a:gd name="connsiteX29" fmla="*/ 271631 w 1950604"/>
                  <a:gd name="connsiteY29" fmla="*/ 2003300 h 4153848"/>
                  <a:gd name="connsiteX30" fmla="*/ 271806 w 1950604"/>
                  <a:gd name="connsiteY30" fmla="*/ 2001564 h 4153848"/>
                  <a:gd name="connsiteX31" fmla="*/ 271806 w 1950604"/>
                  <a:gd name="connsiteY31" fmla="*/ 1990255 h 4153848"/>
                  <a:gd name="connsiteX32" fmla="*/ 271809 w 1950604"/>
                  <a:gd name="connsiteY32" fmla="*/ 1990236 h 4153848"/>
                  <a:gd name="connsiteX33" fmla="*/ 271809 w 1950604"/>
                  <a:gd name="connsiteY33" fmla="*/ 1283760 h 4153848"/>
                  <a:gd name="connsiteX34" fmla="*/ 350582 w 1950604"/>
                  <a:gd name="connsiteY34" fmla="*/ 1291701 h 4153848"/>
                  <a:gd name="connsiteX35" fmla="*/ 749063 w 1950604"/>
                  <a:gd name="connsiteY35" fmla="*/ 893220 h 4153848"/>
                  <a:gd name="connsiteX36" fmla="*/ 350582 w 1950604"/>
                  <a:gd name="connsiteY36" fmla="*/ 494739 h 4153848"/>
                  <a:gd name="connsiteX37" fmla="*/ 271809 w 1950604"/>
                  <a:gd name="connsiteY37" fmla="*/ 502680 h 4153848"/>
                  <a:gd name="connsiteX38" fmla="*/ 271809 w 1950604"/>
                  <a:gd name="connsiteY38" fmla="*/ 212930 h 4153848"/>
                  <a:gd name="connsiteX39" fmla="*/ 484738 w 1950604"/>
                  <a:gd name="connsiteY39" fmla="*/ 0 h 4153848"/>
                  <a:gd name="connsiteX40" fmla="*/ 715444 w 1950604"/>
                  <a:gd name="connsiteY40" fmla="*/ 0 h 4153848"/>
                  <a:gd name="connsiteX41" fmla="*/ 765085 w 1950604"/>
                  <a:gd name="connsiteY41" fmla="*/ 32905 h 4153848"/>
                  <a:gd name="connsiteX42" fmla="*/ 766548 w 1950604"/>
                  <a:gd name="connsiteY42" fmla="*/ 40153 h 4153848"/>
                  <a:gd name="connsiteX43" fmla="*/ 854486 w 1950604"/>
                  <a:gd name="connsiteY43" fmla="*/ 57907 h 4153848"/>
                  <a:gd name="connsiteX44" fmla="*/ 978421 w 1950604"/>
                  <a:gd name="connsiteY44" fmla="*/ 159965 h 4153848"/>
                  <a:gd name="connsiteX45" fmla="*/ 993528 w 1950604"/>
                  <a:gd name="connsiteY45" fmla="*/ 191389 h 4153848"/>
                  <a:gd name="connsiteX46" fmla="*/ 1043455 w 1950604"/>
                  <a:gd name="connsiteY46" fmla="*/ 223709 h 4153848"/>
                  <a:gd name="connsiteX47" fmla="*/ 1306697 w 1950604"/>
                  <a:gd name="connsiteY47" fmla="*/ 764676 h 4153848"/>
                  <a:gd name="connsiteX48" fmla="*/ 1349311 w 1950604"/>
                  <a:gd name="connsiteY48" fmla="*/ 1123451 h 4153848"/>
                  <a:gd name="connsiteX49" fmla="*/ 1494582 w 1950604"/>
                  <a:gd name="connsiteY49" fmla="*/ 1310371 h 4153848"/>
                  <a:gd name="connsiteX50" fmla="*/ 1663692 w 1950604"/>
                  <a:gd name="connsiteY50" fmla="*/ 1490564 h 4153848"/>
                  <a:gd name="connsiteX51" fmla="*/ 1950604 w 1950604"/>
                  <a:gd name="connsiteY51" fmla="*/ 2038162 h 4153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950604" h="4153848">
                    <a:moveTo>
                      <a:pt x="701162" y="3425081"/>
                    </a:moveTo>
                    <a:cubicBezTo>
                      <a:pt x="701162" y="3618702"/>
                      <a:pt x="544202" y="3775662"/>
                      <a:pt x="350581" y="3775662"/>
                    </a:cubicBezTo>
                    <a:cubicBezTo>
                      <a:pt x="156960" y="3775662"/>
                      <a:pt x="0" y="3618702"/>
                      <a:pt x="0" y="3425081"/>
                    </a:cubicBezTo>
                    <a:cubicBezTo>
                      <a:pt x="0" y="3231460"/>
                      <a:pt x="156960" y="3074500"/>
                      <a:pt x="350581" y="3074500"/>
                    </a:cubicBezTo>
                    <a:cubicBezTo>
                      <a:pt x="544202" y="3074501"/>
                      <a:pt x="701162" y="3231460"/>
                      <a:pt x="701162" y="3425081"/>
                    </a:cubicBezTo>
                    <a:close/>
                    <a:moveTo>
                      <a:pt x="701163" y="893221"/>
                    </a:moveTo>
                    <a:cubicBezTo>
                      <a:pt x="701163" y="1086842"/>
                      <a:pt x="544203" y="1243802"/>
                      <a:pt x="350582" y="1243801"/>
                    </a:cubicBezTo>
                    <a:cubicBezTo>
                      <a:pt x="156960" y="1243801"/>
                      <a:pt x="0" y="1086842"/>
                      <a:pt x="0" y="893221"/>
                    </a:cubicBezTo>
                    <a:cubicBezTo>
                      <a:pt x="0" y="699600"/>
                      <a:pt x="156960" y="542640"/>
                      <a:pt x="350582" y="542640"/>
                    </a:cubicBezTo>
                    <a:cubicBezTo>
                      <a:pt x="544203" y="542640"/>
                      <a:pt x="701163" y="699600"/>
                      <a:pt x="701163" y="893221"/>
                    </a:cubicBezTo>
                    <a:close/>
                    <a:moveTo>
                      <a:pt x="1950604" y="2038162"/>
                    </a:moveTo>
                    <a:cubicBezTo>
                      <a:pt x="1950540" y="2272335"/>
                      <a:pt x="1933269" y="2598268"/>
                      <a:pt x="1919940" y="2801643"/>
                    </a:cubicBezTo>
                    <a:cubicBezTo>
                      <a:pt x="1906611" y="3005018"/>
                      <a:pt x="1884343" y="3161451"/>
                      <a:pt x="1870630" y="3258414"/>
                    </a:cubicBezTo>
                    <a:cubicBezTo>
                      <a:pt x="1856917" y="3355377"/>
                      <a:pt x="1853286" y="3424637"/>
                      <a:pt x="1830040" y="3467242"/>
                    </a:cubicBezTo>
                    <a:cubicBezTo>
                      <a:pt x="1806794" y="3509847"/>
                      <a:pt x="1797666" y="3489856"/>
                      <a:pt x="1731153" y="3514044"/>
                    </a:cubicBezTo>
                    <a:cubicBezTo>
                      <a:pt x="1646243" y="3660976"/>
                      <a:pt x="1568952" y="3754566"/>
                      <a:pt x="1407842" y="3886252"/>
                    </a:cubicBezTo>
                    <a:cubicBezTo>
                      <a:pt x="1393554" y="3930319"/>
                      <a:pt x="1407742" y="3939087"/>
                      <a:pt x="1360216" y="3994642"/>
                    </a:cubicBezTo>
                    <a:cubicBezTo>
                      <a:pt x="1312690" y="4050197"/>
                      <a:pt x="1006148" y="4078150"/>
                      <a:pt x="905516" y="4091946"/>
                    </a:cubicBezTo>
                    <a:lnTo>
                      <a:pt x="834528" y="4109797"/>
                    </a:lnTo>
                    <a:cubicBezTo>
                      <a:pt x="790662" y="4128351"/>
                      <a:pt x="719573" y="4146231"/>
                      <a:pt x="668947" y="4146231"/>
                    </a:cubicBezTo>
                    <a:lnTo>
                      <a:pt x="593280" y="4153848"/>
                    </a:lnTo>
                    <a:cubicBezTo>
                      <a:pt x="441610" y="4153848"/>
                      <a:pt x="309234" y="4022929"/>
                      <a:pt x="278510" y="3874077"/>
                    </a:cubicBezTo>
                    <a:lnTo>
                      <a:pt x="272447" y="3815686"/>
                    </a:lnTo>
                    <a:lnTo>
                      <a:pt x="350581" y="3823563"/>
                    </a:lnTo>
                    <a:cubicBezTo>
                      <a:pt x="570656" y="3823563"/>
                      <a:pt x="749062" y="3645157"/>
                      <a:pt x="749062" y="3425082"/>
                    </a:cubicBezTo>
                    <a:cubicBezTo>
                      <a:pt x="749062" y="3205007"/>
                      <a:pt x="570656" y="3026601"/>
                      <a:pt x="350581" y="3026601"/>
                    </a:cubicBezTo>
                    <a:lnTo>
                      <a:pt x="271806" y="3034542"/>
                    </a:lnTo>
                    <a:lnTo>
                      <a:pt x="271806" y="2934028"/>
                    </a:lnTo>
                    <a:cubicBezTo>
                      <a:pt x="271748" y="2933449"/>
                      <a:pt x="271689" y="2932871"/>
                      <a:pt x="271631" y="2932292"/>
                    </a:cubicBezTo>
                    <a:lnTo>
                      <a:pt x="271631" y="2003300"/>
                    </a:lnTo>
                    <a:cubicBezTo>
                      <a:pt x="271689" y="2002721"/>
                      <a:pt x="271748" y="2002143"/>
                      <a:pt x="271806" y="2001564"/>
                    </a:cubicBezTo>
                    <a:lnTo>
                      <a:pt x="271806" y="1990255"/>
                    </a:lnTo>
                    <a:cubicBezTo>
                      <a:pt x="271807" y="1990249"/>
                      <a:pt x="271808" y="1990242"/>
                      <a:pt x="271809" y="1990236"/>
                    </a:cubicBezTo>
                    <a:lnTo>
                      <a:pt x="271809" y="1283760"/>
                    </a:lnTo>
                    <a:lnTo>
                      <a:pt x="350582" y="1291701"/>
                    </a:lnTo>
                    <a:cubicBezTo>
                      <a:pt x="570657" y="1291701"/>
                      <a:pt x="749063" y="1113295"/>
                      <a:pt x="749063" y="893220"/>
                    </a:cubicBezTo>
                    <a:cubicBezTo>
                      <a:pt x="749063" y="673145"/>
                      <a:pt x="570657" y="494739"/>
                      <a:pt x="350582" y="494739"/>
                    </a:cubicBezTo>
                    <a:lnTo>
                      <a:pt x="271809" y="502680"/>
                    </a:lnTo>
                    <a:lnTo>
                      <a:pt x="271809" y="212930"/>
                    </a:lnTo>
                    <a:cubicBezTo>
                      <a:pt x="271809" y="95332"/>
                      <a:pt x="367141" y="0"/>
                      <a:pt x="484738" y="0"/>
                    </a:cubicBezTo>
                    <a:lnTo>
                      <a:pt x="715444" y="0"/>
                    </a:lnTo>
                    <a:cubicBezTo>
                      <a:pt x="737759" y="0"/>
                      <a:pt x="756906" y="13569"/>
                      <a:pt x="765085" y="32905"/>
                    </a:cubicBezTo>
                    <a:lnTo>
                      <a:pt x="766548" y="40153"/>
                    </a:lnTo>
                    <a:lnTo>
                      <a:pt x="854486" y="57907"/>
                    </a:lnTo>
                    <a:cubicBezTo>
                      <a:pt x="905037" y="79289"/>
                      <a:pt x="948048" y="115007"/>
                      <a:pt x="978421" y="159965"/>
                    </a:cubicBezTo>
                    <a:lnTo>
                      <a:pt x="993528" y="191389"/>
                    </a:lnTo>
                    <a:lnTo>
                      <a:pt x="1043455" y="223709"/>
                    </a:lnTo>
                    <a:cubicBezTo>
                      <a:pt x="1176365" y="331937"/>
                      <a:pt x="1278798" y="529786"/>
                      <a:pt x="1306697" y="764676"/>
                    </a:cubicBezTo>
                    <a:lnTo>
                      <a:pt x="1349311" y="1123451"/>
                    </a:lnTo>
                    <a:lnTo>
                      <a:pt x="1494582" y="1310371"/>
                    </a:lnTo>
                    <a:cubicBezTo>
                      <a:pt x="1548263" y="1373208"/>
                      <a:pt x="1604633" y="1433272"/>
                      <a:pt x="1663692" y="1490564"/>
                    </a:cubicBezTo>
                    <a:cubicBezTo>
                      <a:pt x="1820626" y="1642802"/>
                      <a:pt x="1942320" y="1840920"/>
                      <a:pt x="1950604" y="2038162"/>
                    </a:cubicBezTo>
                    <a:close/>
                  </a:path>
                </a:pathLst>
              </a:custGeom>
              <a:solidFill>
                <a:schemeClr val="tx1">
                  <a:lumMod val="20000"/>
                  <a:lumOff val="80000"/>
                </a:schemeClr>
              </a:solidFill>
              <a:ln w="6350" cmpd="sng">
                <a:noFill/>
                <a:prstDash val="solid"/>
                <a:round/>
                <a:headEnd/>
                <a:tailEnd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3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ＭＳ Ｐゴシック" charset="-128"/>
                  <a:cs typeface="Arial"/>
                  <a:sym typeface="Arial"/>
                </a:endParaRPr>
              </a:p>
            </p:txBody>
          </p:sp>
          <p:sp>
            <p:nvSpPr>
              <p:cNvPr id="59" name="正方形/長方形 80">
                <a:extLst>
                  <a:ext uri="{FF2B5EF4-FFF2-40B4-BE49-F238E27FC236}">
                    <a16:creationId xmlns:a16="http://schemas.microsoft.com/office/drawing/2014/main" id="{4D19A3AE-F3E3-8308-0E32-3E38506B60ED}"/>
                  </a:ext>
                </a:extLst>
              </p:cNvPr>
              <p:cNvSpPr/>
              <p:nvPr/>
            </p:nvSpPr>
            <p:spPr>
              <a:xfrm>
                <a:off x="9830966" y="2637041"/>
                <a:ext cx="358941" cy="156198"/>
              </a:xfrm>
              <a:prstGeom prst="rect">
                <a:avLst/>
              </a:prstGeom>
              <a:solidFill>
                <a:schemeClr val="tx2"/>
              </a:solidFill>
              <a:ln w="571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60" name="正方形/長方形 81">
                <a:extLst>
                  <a:ext uri="{FF2B5EF4-FFF2-40B4-BE49-F238E27FC236}">
                    <a16:creationId xmlns:a16="http://schemas.microsoft.com/office/drawing/2014/main" id="{9F060BA3-2E2F-2B76-42C2-9D2E34CFB798}"/>
                  </a:ext>
                </a:extLst>
              </p:cNvPr>
              <p:cNvSpPr/>
              <p:nvPr/>
            </p:nvSpPr>
            <p:spPr>
              <a:xfrm>
                <a:off x="9008194" y="2530394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61" name="正方形/長方形 82">
                <a:extLst>
                  <a:ext uri="{FF2B5EF4-FFF2-40B4-BE49-F238E27FC236}">
                    <a16:creationId xmlns:a16="http://schemas.microsoft.com/office/drawing/2014/main" id="{F7199ADA-8DDE-59A2-D82E-3D81A2A38F2B}"/>
                  </a:ext>
                </a:extLst>
              </p:cNvPr>
              <p:cNvSpPr/>
              <p:nvPr/>
            </p:nvSpPr>
            <p:spPr>
              <a:xfrm>
                <a:off x="10374384" y="2530394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62" name="正方形/長方形 83">
                <a:extLst>
                  <a:ext uri="{FF2B5EF4-FFF2-40B4-BE49-F238E27FC236}">
                    <a16:creationId xmlns:a16="http://schemas.microsoft.com/office/drawing/2014/main" id="{4F52FBE4-2F94-8984-AC30-982A1DBC7ECB}"/>
                  </a:ext>
                </a:extLst>
              </p:cNvPr>
              <p:cNvSpPr/>
              <p:nvPr/>
            </p:nvSpPr>
            <p:spPr>
              <a:xfrm>
                <a:off x="10581783" y="3117589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63" name="正方形/長方形 84">
                <a:extLst>
                  <a:ext uri="{FF2B5EF4-FFF2-40B4-BE49-F238E27FC236}">
                    <a16:creationId xmlns:a16="http://schemas.microsoft.com/office/drawing/2014/main" id="{EB57F5D4-F810-BCA1-A5A2-2735C2B1C47D}"/>
                  </a:ext>
                </a:extLst>
              </p:cNvPr>
              <p:cNvSpPr/>
              <p:nvPr/>
            </p:nvSpPr>
            <p:spPr>
              <a:xfrm>
                <a:off x="10581783" y="3237102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64" name="正方形/長方形 85">
                <a:extLst>
                  <a:ext uri="{FF2B5EF4-FFF2-40B4-BE49-F238E27FC236}">
                    <a16:creationId xmlns:a16="http://schemas.microsoft.com/office/drawing/2014/main" id="{2D0E7974-772F-0198-94FC-A4D1D02E4D37}"/>
                  </a:ext>
                </a:extLst>
              </p:cNvPr>
              <p:cNvSpPr/>
              <p:nvPr/>
            </p:nvSpPr>
            <p:spPr>
              <a:xfrm>
                <a:off x="10581783" y="3356614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65" name="正方形/長方形 86">
                <a:extLst>
                  <a:ext uri="{FF2B5EF4-FFF2-40B4-BE49-F238E27FC236}">
                    <a16:creationId xmlns:a16="http://schemas.microsoft.com/office/drawing/2014/main" id="{141B1B9C-013E-5706-FA4A-6F82B99F1500}"/>
                  </a:ext>
                </a:extLst>
              </p:cNvPr>
              <p:cNvSpPr/>
              <p:nvPr/>
            </p:nvSpPr>
            <p:spPr>
              <a:xfrm>
                <a:off x="10581783" y="3476126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66" name="正方形/長方形 87">
                <a:extLst>
                  <a:ext uri="{FF2B5EF4-FFF2-40B4-BE49-F238E27FC236}">
                    <a16:creationId xmlns:a16="http://schemas.microsoft.com/office/drawing/2014/main" id="{2878A58A-1AEF-39EE-13A0-F2D4F905B291}"/>
                  </a:ext>
                </a:extLst>
              </p:cNvPr>
              <p:cNvSpPr/>
              <p:nvPr/>
            </p:nvSpPr>
            <p:spPr>
              <a:xfrm>
                <a:off x="10366131" y="3476126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cxnSp>
            <p:nvCxnSpPr>
              <p:cNvPr id="67" name="直線コネクタ 88">
                <a:extLst>
                  <a:ext uri="{FF2B5EF4-FFF2-40B4-BE49-F238E27FC236}">
                    <a16:creationId xmlns:a16="http://schemas.microsoft.com/office/drawing/2014/main" id="{A5E3B72B-2128-B57B-7FBF-D88D53FECEB6}"/>
                  </a:ext>
                </a:extLst>
              </p:cNvPr>
              <p:cNvCxnSpPr>
                <a:cxnSpLocks/>
                <a:stCxn id="66" idx="3"/>
                <a:endCxn id="65" idx="1"/>
              </p:cNvCxnSpPr>
              <p:nvPr/>
            </p:nvCxnSpPr>
            <p:spPr>
              <a:xfrm>
                <a:off x="10471919" y="3529020"/>
                <a:ext cx="109863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コネクタ 89">
                <a:extLst>
                  <a:ext uri="{FF2B5EF4-FFF2-40B4-BE49-F238E27FC236}">
                    <a16:creationId xmlns:a16="http://schemas.microsoft.com/office/drawing/2014/main" id="{BA4D9948-B425-515D-45C8-453AC96DE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6087" y="2653721"/>
                <a:ext cx="0" cy="874365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90">
                <a:extLst>
                  <a:ext uri="{FF2B5EF4-FFF2-40B4-BE49-F238E27FC236}">
                    <a16:creationId xmlns:a16="http://schemas.microsoft.com/office/drawing/2014/main" id="{88D450E9-765D-6564-6A84-46D75857AAFD}"/>
                  </a:ext>
                </a:extLst>
              </p:cNvPr>
              <p:cNvCxnSpPr>
                <a:cxnSpLocks/>
                <a:endCxn id="62" idx="1"/>
              </p:cNvCxnSpPr>
              <p:nvPr/>
            </p:nvCxnSpPr>
            <p:spPr>
              <a:xfrm>
                <a:off x="10516382" y="3170484"/>
                <a:ext cx="65401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コネクタ 91">
                <a:extLst>
                  <a:ext uri="{FF2B5EF4-FFF2-40B4-BE49-F238E27FC236}">
                    <a16:creationId xmlns:a16="http://schemas.microsoft.com/office/drawing/2014/main" id="{184EBF52-41C9-2F50-DCAA-60B4C936073D}"/>
                  </a:ext>
                </a:extLst>
              </p:cNvPr>
              <p:cNvCxnSpPr>
                <a:cxnSpLocks/>
                <a:endCxn id="63" idx="1"/>
              </p:cNvCxnSpPr>
              <p:nvPr/>
            </p:nvCxnSpPr>
            <p:spPr>
              <a:xfrm>
                <a:off x="10516382" y="3289996"/>
                <a:ext cx="65401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コネクタ 92">
                <a:extLst>
                  <a:ext uri="{FF2B5EF4-FFF2-40B4-BE49-F238E27FC236}">
                    <a16:creationId xmlns:a16="http://schemas.microsoft.com/office/drawing/2014/main" id="{9075938F-3834-CBF7-8F24-4C89537E3375}"/>
                  </a:ext>
                </a:extLst>
              </p:cNvPr>
              <p:cNvCxnSpPr>
                <a:cxnSpLocks/>
                <a:endCxn id="64" idx="1"/>
              </p:cNvCxnSpPr>
              <p:nvPr/>
            </p:nvCxnSpPr>
            <p:spPr>
              <a:xfrm>
                <a:off x="10516382" y="3409508"/>
                <a:ext cx="65401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正方形/長方形 93">
                <a:extLst>
                  <a:ext uri="{FF2B5EF4-FFF2-40B4-BE49-F238E27FC236}">
                    <a16:creationId xmlns:a16="http://schemas.microsoft.com/office/drawing/2014/main" id="{68056AD3-A2D6-82BE-8CA1-3578EFB2E18C}"/>
                  </a:ext>
                </a:extLst>
              </p:cNvPr>
              <p:cNvSpPr/>
              <p:nvPr/>
            </p:nvSpPr>
            <p:spPr>
              <a:xfrm>
                <a:off x="9318941" y="2862973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grpSp>
            <p:nvGrpSpPr>
              <p:cNvPr id="73" name="グループ化 94">
                <a:extLst>
                  <a:ext uri="{FF2B5EF4-FFF2-40B4-BE49-F238E27FC236}">
                    <a16:creationId xmlns:a16="http://schemas.microsoft.com/office/drawing/2014/main" id="{4B1918D6-623D-7A16-DDFA-EBB1E6E76C2D}"/>
                  </a:ext>
                </a:extLst>
              </p:cNvPr>
              <p:cNvGrpSpPr/>
              <p:nvPr/>
            </p:nvGrpSpPr>
            <p:grpSpPr>
              <a:xfrm>
                <a:off x="9030983" y="2986300"/>
                <a:ext cx="694215" cy="655589"/>
                <a:chOff x="13365218" y="2810394"/>
                <a:chExt cx="1166775" cy="1101856"/>
              </a:xfrm>
            </p:grpSpPr>
            <p:grpSp>
              <p:nvGrpSpPr>
                <p:cNvPr id="104" name="グループ化 125">
                  <a:extLst>
                    <a:ext uri="{FF2B5EF4-FFF2-40B4-BE49-F238E27FC236}">
                      <a16:creationId xmlns:a16="http://schemas.microsoft.com/office/drawing/2014/main" id="{11AF12B6-1945-F7B2-ACE4-E2C64D34972A}"/>
                    </a:ext>
                  </a:extLst>
                </p:cNvPr>
                <p:cNvGrpSpPr/>
                <p:nvPr/>
              </p:nvGrpSpPr>
              <p:grpSpPr>
                <a:xfrm>
                  <a:off x="13365218" y="3517582"/>
                  <a:ext cx="707707" cy="177800"/>
                  <a:chOff x="6960051" y="3583600"/>
                  <a:chExt cx="707707" cy="177800"/>
                </a:xfrm>
                <a:solidFill>
                  <a:schemeClr val="bg1">
                    <a:lumMod val="75000"/>
                  </a:schemeClr>
                </a:solidFill>
              </p:grpSpPr>
              <p:sp>
                <p:nvSpPr>
                  <p:cNvPr id="111" name="正方形/長方形 132">
                    <a:extLst>
                      <a:ext uri="{FF2B5EF4-FFF2-40B4-BE49-F238E27FC236}">
                        <a16:creationId xmlns:a16="http://schemas.microsoft.com/office/drawing/2014/main" id="{31114F74-CBE6-DC32-96AB-85C7DD6B2CEF}"/>
                      </a:ext>
                    </a:extLst>
                  </p:cNvPr>
                  <p:cNvSpPr/>
                  <p:nvPr/>
                </p:nvSpPr>
                <p:spPr>
                  <a:xfrm>
                    <a:off x="6960051" y="3583600"/>
                    <a:ext cx="177800" cy="1778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0">
                      <a:lnSpc>
                        <a:spcPts val="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6418C"/>
                      </a:buClr>
                      <a:buSzTx/>
                      <a:buFont typeface="Wingdings" panose="05000000000000000000" pitchFamily="2" charset="2"/>
                      <a:buChar char="§"/>
                      <a:tabLst/>
                      <a:defRPr/>
                    </a:pPr>
                    <a:endParaRPr kumimoji="1" lang="ja-JP" altLang="en-US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メイリオ"/>
                      <a:ea typeface="メイリオ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112" name="正方形/長方形 133">
                    <a:extLst>
                      <a:ext uri="{FF2B5EF4-FFF2-40B4-BE49-F238E27FC236}">
                        <a16:creationId xmlns:a16="http://schemas.microsoft.com/office/drawing/2014/main" id="{25AB2895-03C0-1547-3C6E-F39D0F5FAE85}"/>
                      </a:ext>
                    </a:extLst>
                  </p:cNvPr>
                  <p:cNvSpPr/>
                  <p:nvPr/>
                </p:nvSpPr>
                <p:spPr>
                  <a:xfrm>
                    <a:off x="7225004" y="3583600"/>
                    <a:ext cx="177800" cy="1778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0">
                      <a:lnSpc>
                        <a:spcPts val="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6418C"/>
                      </a:buClr>
                      <a:buSzTx/>
                      <a:buFont typeface="Wingdings" panose="05000000000000000000" pitchFamily="2" charset="2"/>
                      <a:buChar char="§"/>
                      <a:tabLst/>
                      <a:defRPr/>
                    </a:pPr>
                    <a:endParaRPr kumimoji="1" lang="ja-JP" altLang="en-US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メイリオ"/>
                      <a:ea typeface="メイリオ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113" name="正方形/長方形 134">
                    <a:extLst>
                      <a:ext uri="{FF2B5EF4-FFF2-40B4-BE49-F238E27FC236}">
                        <a16:creationId xmlns:a16="http://schemas.microsoft.com/office/drawing/2014/main" id="{37F70A80-202E-A3EB-3704-6047C6DAE5BD}"/>
                      </a:ext>
                    </a:extLst>
                  </p:cNvPr>
                  <p:cNvSpPr/>
                  <p:nvPr/>
                </p:nvSpPr>
                <p:spPr>
                  <a:xfrm>
                    <a:off x="7489958" y="3583600"/>
                    <a:ext cx="177800" cy="1778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0">
                      <a:lnSpc>
                        <a:spcPts val="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6418C"/>
                      </a:buClr>
                      <a:buSzTx/>
                      <a:buFont typeface="Wingdings" panose="05000000000000000000" pitchFamily="2" charset="2"/>
                      <a:buChar char="§"/>
                      <a:tabLst/>
                      <a:defRPr/>
                    </a:pPr>
                    <a:endParaRPr kumimoji="1" lang="ja-JP" altLang="en-US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メイリオ"/>
                      <a:ea typeface="メイリオ"/>
                      <a:cs typeface="+mn-cs"/>
                      <a:sym typeface="Arial"/>
                    </a:endParaRPr>
                  </a:p>
                </p:txBody>
              </p:sp>
            </p:grpSp>
            <p:sp>
              <p:nvSpPr>
                <p:cNvPr id="105" name="正方形/長方形 126">
                  <a:extLst>
                    <a:ext uri="{FF2B5EF4-FFF2-40B4-BE49-F238E27FC236}">
                      <a16:creationId xmlns:a16="http://schemas.microsoft.com/office/drawing/2014/main" id="{7CA195F9-EEF9-00B0-EB1B-43639B280E66}"/>
                    </a:ext>
                  </a:extLst>
                </p:cNvPr>
                <p:cNvSpPr/>
                <p:nvPr/>
              </p:nvSpPr>
              <p:spPr>
                <a:xfrm>
                  <a:off x="14354193" y="3511232"/>
                  <a:ext cx="177800" cy="1778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bg1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  <a:sym typeface="Arial"/>
                  </a:endParaRPr>
                </a:p>
              </p:txBody>
            </p:sp>
            <p:sp>
              <p:nvSpPr>
                <p:cNvPr id="106" name="正方形/長方形 127">
                  <a:extLst>
                    <a:ext uri="{FF2B5EF4-FFF2-40B4-BE49-F238E27FC236}">
                      <a16:creationId xmlns:a16="http://schemas.microsoft.com/office/drawing/2014/main" id="{99556B40-9D28-A4DC-5B3D-6E94CB0171DE}"/>
                    </a:ext>
                  </a:extLst>
                </p:cNvPr>
                <p:cNvSpPr/>
                <p:nvPr/>
              </p:nvSpPr>
              <p:spPr>
                <a:xfrm>
                  <a:off x="14354193" y="3734450"/>
                  <a:ext cx="177800" cy="1778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bg1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  <a:sym typeface="Arial"/>
                  </a:endParaRPr>
                </a:p>
              </p:txBody>
            </p:sp>
            <p:cxnSp>
              <p:nvCxnSpPr>
                <p:cNvPr id="107" name="カギ線コネクタ 91">
                  <a:extLst>
                    <a:ext uri="{FF2B5EF4-FFF2-40B4-BE49-F238E27FC236}">
                      <a16:creationId xmlns:a16="http://schemas.microsoft.com/office/drawing/2014/main" id="{764462AF-D8DD-56CC-E031-5384740783A0}"/>
                    </a:ext>
                  </a:extLst>
                </p:cNvPr>
                <p:cNvCxnSpPr>
                  <a:cxnSpLocks/>
                  <a:endCxn id="106" idx="0"/>
                </p:cNvCxnSpPr>
                <p:nvPr/>
              </p:nvCxnSpPr>
              <p:spPr>
                <a:xfrm>
                  <a:off x="13719070" y="3320461"/>
                  <a:ext cx="724023" cy="413989"/>
                </a:xfrm>
                <a:prstGeom prst="bentConnector2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線コネクタ 129">
                  <a:extLst>
                    <a:ext uri="{FF2B5EF4-FFF2-40B4-BE49-F238E27FC236}">
                      <a16:creationId xmlns:a16="http://schemas.microsoft.com/office/drawing/2014/main" id="{7A91B7FF-CF4A-134F-6D3D-9E2488DE0453}"/>
                    </a:ext>
                  </a:extLst>
                </p:cNvPr>
                <p:cNvCxnSpPr>
                  <a:cxnSpLocks/>
                  <a:stCxn id="72" idx="2"/>
                </p:cNvCxnSpPr>
                <p:nvPr/>
              </p:nvCxnSpPr>
              <p:spPr>
                <a:xfrm>
                  <a:off x="14087355" y="2810394"/>
                  <a:ext cx="0" cy="51006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カギ線コネクタ 93">
                  <a:extLst>
                    <a:ext uri="{FF2B5EF4-FFF2-40B4-BE49-F238E27FC236}">
                      <a16:creationId xmlns:a16="http://schemas.microsoft.com/office/drawing/2014/main" id="{D597C428-B548-7B1E-07BE-CBC7350990BC}"/>
                    </a:ext>
                  </a:extLst>
                </p:cNvPr>
                <p:cNvCxnSpPr>
                  <a:cxnSpLocks/>
                  <a:stCxn id="111" idx="0"/>
                  <a:endCxn id="113" idx="0"/>
                </p:cNvCxnSpPr>
                <p:nvPr/>
              </p:nvCxnSpPr>
              <p:spPr>
                <a:xfrm rot="5400000" flipH="1" flipV="1">
                  <a:off x="13719071" y="3252629"/>
                  <a:ext cx="12700" cy="529907"/>
                </a:xfrm>
                <a:prstGeom prst="bentConnector3">
                  <a:avLst>
                    <a:gd name="adj1" fmla="val 1049984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線コネクタ 131">
                  <a:extLst>
                    <a:ext uri="{FF2B5EF4-FFF2-40B4-BE49-F238E27FC236}">
                      <a16:creationId xmlns:a16="http://schemas.microsoft.com/office/drawing/2014/main" id="{7ADFA43C-16A7-B01C-4561-17D2624F42A0}"/>
                    </a:ext>
                  </a:extLst>
                </p:cNvPr>
                <p:cNvCxnSpPr>
                  <a:cxnSpLocks/>
                  <a:endCxn id="112" idx="0"/>
                </p:cNvCxnSpPr>
                <p:nvPr/>
              </p:nvCxnSpPr>
              <p:spPr>
                <a:xfrm>
                  <a:off x="13719071" y="3314111"/>
                  <a:ext cx="0" cy="203471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4" name="直線コネクタ 95">
                <a:extLst>
                  <a:ext uri="{FF2B5EF4-FFF2-40B4-BE49-F238E27FC236}">
                    <a16:creationId xmlns:a16="http://schemas.microsoft.com/office/drawing/2014/main" id="{19A20FB7-D5BE-1578-E911-2E4713E7BB04}"/>
                  </a:ext>
                </a:extLst>
              </p:cNvPr>
              <p:cNvCxnSpPr>
                <a:cxnSpLocks/>
                <a:stCxn id="76" idx="0"/>
                <a:endCxn id="77" idx="0"/>
              </p:cNvCxnSpPr>
              <p:nvPr/>
            </p:nvCxnSpPr>
            <p:spPr>
              <a:xfrm>
                <a:off x="9362665" y="3196011"/>
                <a:ext cx="0" cy="132812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" name="グループ化 96">
                <a:extLst>
                  <a:ext uri="{FF2B5EF4-FFF2-40B4-BE49-F238E27FC236}">
                    <a16:creationId xmlns:a16="http://schemas.microsoft.com/office/drawing/2014/main" id="{68A4F458-621C-7B2D-13C2-2B72C67E5C5D}"/>
                  </a:ext>
                </a:extLst>
              </p:cNvPr>
              <p:cNvGrpSpPr/>
              <p:nvPr/>
            </p:nvGrpSpPr>
            <p:grpSpPr>
              <a:xfrm>
                <a:off x="8721344" y="3199790"/>
                <a:ext cx="421076" cy="105788"/>
                <a:chOff x="6960051" y="3583600"/>
                <a:chExt cx="707707" cy="177800"/>
              </a:xfrm>
            </p:grpSpPr>
            <p:sp>
              <p:nvSpPr>
                <p:cNvPr id="101" name="正方形/長方形 122">
                  <a:extLst>
                    <a:ext uri="{FF2B5EF4-FFF2-40B4-BE49-F238E27FC236}">
                      <a16:creationId xmlns:a16="http://schemas.microsoft.com/office/drawing/2014/main" id="{1583A6F4-E3CA-F373-1A51-C5F9D91EB7A4}"/>
                    </a:ext>
                  </a:extLst>
                </p:cNvPr>
                <p:cNvSpPr/>
                <p:nvPr/>
              </p:nvSpPr>
              <p:spPr>
                <a:xfrm>
                  <a:off x="6960051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  <a:sym typeface="Arial"/>
                  </a:endParaRPr>
                </a:p>
              </p:txBody>
            </p:sp>
            <p:sp>
              <p:nvSpPr>
                <p:cNvPr id="102" name="正方形/長方形 123">
                  <a:extLst>
                    <a:ext uri="{FF2B5EF4-FFF2-40B4-BE49-F238E27FC236}">
                      <a16:creationId xmlns:a16="http://schemas.microsoft.com/office/drawing/2014/main" id="{08C1D12D-C396-45C4-E707-4B76D3DFFF86}"/>
                    </a:ext>
                  </a:extLst>
                </p:cNvPr>
                <p:cNvSpPr/>
                <p:nvPr/>
              </p:nvSpPr>
              <p:spPr>
                <a:xfrm>
                  <a:off x="7225004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  <a:sym typeface="Arial"/>
                  </a:endParaRPr>
                </a:p>
              </p:txBody>
            </p:sp>
            <p:sp>
              <p:nvSpPr>
                <p:cNvPr id="103" name="正方形/長方形 124">
                  <a:extLst>
                    <a:ext uri="{FF2B5EF4-FFF2-40B4-BE49-F238E27FC236}">
                      <a16:creationId xmlns:a16="http://schemas.microsoft.com/office/drawing/2014/main" id="{66A523B7-0B73-3C23-6E04-23D68827DE05}"/>
                    </a:ext>
                  </a:extLst>
                </p:cNvPr>
                <p:cNvSpPr/>
                <p:nvPr/>
              </p:nvSpPr>
              <p:spPr>
                <a:xfrm>
                  <a:off x="7489958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メイリオ"/>
                    <a:ea typeface="メイリオ"/>
                    <a:cs typeface="+mn-cs"/>
                    <a:sym typeface="Arial"/>
                  </a:endParaRPr>
                </a:p>
              </p:txBody>
            </p:sp>
          </p:grpSp>
          <p:sp>
            <p:nvSpPr>
              <p:cNvPr id="76" name="正方形/長方形 97">
                <a:extLst>
                  <a:ext uri="{FF2B5EF4-FFF2-40B4-BE49-F238E27FC236}">
                    <a16:creationId xmlns:a16="http://schemas.microsoft.com/office/drawing/2014/main" id="{83392A9F-000C-3268-C663-5E2B5BC7D036}"/>
                  </a:ext>
                </a:extLst>
              </p:cNvPr>
              <p:cNvSpPr/>
              <p:nvPr/>
            </p:nvSpPr>
            <p:spPr>
              <a:xfrm>
                <a:off x="9309771" y="3196011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77" name="正方形/長方形 98">
                <a:extLst>
                  <a:ext uri="{FF2B5EF4-FFF2-40B4-BE49-F238E27FC236}">
                    <a16:creationId xmlns:a16="http://schemas.microsoft.com/office/drawing/2014/main" id="{0462C0E4-E140-442F-DA84-052EBFC9174C}"/>
                  </a:ext>
                </a:extLst>
              </p:cNvPr>
              <p:cNvSpPr/>
              <p:nvPr/>
            </p:nvSpPr>
            <p:spPr>
              <a:xfrm>
                <a:off x="9309771" y="3328823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cxnSp>
            <p:nvCxnSpPr>
              <p:cNvPr id="78" name="カギ線コネクタ 91">
                <a:extLst>
                  <a:ext uri="{FF2B5EF4-FFF2-40B4-BE49-F238E27FC236}">
                    <a16:creationId xmlns:a16="http://schemas.microsoft.com/office/drawing/2014/main" id="{9E210110-FE0D-2B80-B879-E4EBA20D89E7}"/>
                  </a:ext>
                </a:extLst>
              </p:cNvPr>
              <p:cNvCxnSpPr>
                <a:cxnSpLocks/>
                <a:endCxn id="76" idx="0"/>
              </p:cNvCxnSpPr>
              <p:nvPr/>
            </p:nvCxnSpPr>
            <p:spPr>
              <a:xfrm>
                <a:off x="8931881" y="3082505"/>
                <a:ext cx="430783" cy="113506"/>
              </a:xfrm>
              <a:prstGeom prst="bentConnector2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カギ線コネクタ 93">
                <a:extLst>
                  <a:ext uri="{FF2B5EF4-FFF2-40B4-BE49-F238E27FC236}">
                    <a16:creationId xmlns:a16="http://schemas.microsoft.com/office/drawing/2014/main" id="{DB8BB4BF-60E4-47C0-CCBD-1B7F6C4C533E}"/>
                  </a:ext>
                </a:extLst>
              </p:cNvPr>
              <p:cNvCxnSpPr>
                <a:cxnSpLocks/>
                <a:stCxn id="101" idx="0"/>
                <a:endCxn id="103" idx="0"/>
              </p:cNvCxnSpPr>
              <p:nvPr/>
            </p:nvCxnSpPr>
            <p:spPr>
              <a:xfrm rot="5400000" flipH="1" flipV="1">
                <a:off x="8931882" y="3042146"/>
                <a:ext cx="7557" cy="315288"/>
              </a:xfrm>
              <a:prstGeom prst="bentConnector3">
                <a:avLst>
                  <a:gd name="adj1" fmla="val 1049984"/>
                </a:avLst>
              </a:prstGeom>
              <a:ln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コネクタ 101">
                <a:extLst>
                  <a:ext uri="{FF2B5EF4-FFF2-40B4-BE49-F238E27FC236}">
                    <a16:creationId xmlns:a16="http://schemas.microsoft.com/office/drawing/2014/main" id="{6D14144F-F568-E36E-0998-E2BF167B0661}"/>
                  </a:ext>
                </a:extLst>
              </p:cNvPr>
              <p:cNvCxnSpPr>
                <a:cxnSpLocks/>
                <a:endCxn id="102" idx="0"/>
              </p:cNvCxnSpPr>
              <p:nvPr/>
            </p:nvCxnSpPr>
            <p:spPr>
              <a:xfrm>
                <a:off x="8931882" y="3078727"/>
                <a:ext cx="0" cy="121062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正方形/長方形 102">
                <a:extLst>
                  <a:ext uri="{FF2B5EF4-FFF2-40B4-BE49-F238E27FC236}">
                    <a16:creationId xmlns:a16="http://schemas.microsoft.com/office/drawing/2014/main" id="{097B204F-D11E-69EE-8268-C5A6F3B90C4A}"/>
                  </a:ext>
                </a:extLst>
              </p:cNvPr>
              <p:cNvSpPr/>
              <p:nvPr/>
            </p:nvSpPr>
            <p:spPr>
              <a:xfrm>
                <a:off x="10740771" y="2861349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82" name="正方形/長方形 103">
                <a:extLst>
                  <a:ext uri="{FF2B5EF4-FFF2-40B4-BE49-F238E27FC236}">
                    <a16:creationId xmlns:a16="http://schemas.microsoft.com/office/drawing/2014/main" id="{02040BE6-4FC7-00C0-7380-202519E14508}"/>
                  </a:ext>
                </a:extLst>
              </p:cNvPr>
              <p:cNvSpPr/>
              <p:nvPr/>
            </p:nvSpPr>
            <p:spPr>
              <a:xfrm>
                <a:off x="10948170" y="3258890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83" name="正方形/長方形 104">
                <a:extLst>
                  <a:ext uri="{FF2B5EF4-FFF2-40B4-BE49-F238E27FC236}">
                    <a16:creationId xmlns:a16="http://schemas.microsoft.com/office/drawing/2014/main" id="{1CB17B0A-C31B-787D-5035-D98EDF06E9E4}"/>
                  </a:ext>
                </a:extLst>
              </p:cNvPr>
              <p:cNvSpPr/>
              <p:nvPr/>
            </p:nvSpPr>
            <p:spPr>
              <a:xfrm>
                <a:off x="10948170" y="3378402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84" name="正方形/長方形 105">
                <a:extLst>
                  <a:ext uri="{FF2B5EF4-FFF2-40B4-BE49-F238E27FC236}">
                    <a16:creationId xmlns:a16="http://schemas.microsoft.com/office/drawing/2014/main" id="{6F770100-947A-1EF2-E146-3C6ACFE04EBD}"/>
                  </a:ext>
                </a:extLst>
              </p:cNvPr>
              <p:cNvSpPr/>
              <p:nvPr/>
            </p:nvSpPr>
            <p:spPr>
              <a:xfrm>
                <a:off x="10948170" y="3507376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85" name="正方形/長方形 106">
                <a:extLst>
                  <a:ext uri="{FF2B5EF4-FFF2-40B4-BE49-F238E27FC236}">
                    <a16:creationId xmlns:a16="http://schemas.microsoft.com/office/drawing/2014/main" id="{7DEC6385-AFAF-FCAB-55B4-DC1D951C080D}"/>
                  </a:ext>
                </a:extLst>
              </p:cNvPr>
              <p:cNvSpPr/>
              <p:nvPr/>
            </p:nvSpPr>
            <p:spPr>
              <a:xfrm>
                <a:off x="10948170" y="3626888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sp>
            <p:nvSpPr>
              <p:cNvPr id="86" name="正方形/長方形 107">
                <a:extLst>
                  <a:ext uri="{FF2B5EF4-FFF2-40B4-BE49-F238E27FC236}">
                    <a16:creationId xmlns:a16="http://schemas.microsoft.com/office/drawing/2014/main" id="{B679A262-CEAE-D3CD-C66B-97F5E73064B8}"/>
                  </a:ext>
                </a:extLst>
              </p:cNvPr>
              <p:cNvSpPr/>
              <p:nvPr/>
            </p:nvSpPr>
            <p:spPr>
              <a:xfrm>
                <a:off x="10732519" y="3626888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  <a:sym typeface="Arial"/>
                </a:endParaRPr>
              </a:p>
            </p:txBody>
          </p:sp>
          <p:cxnSp>
            <p:nvCxnSpPr>
              <p:cNvPr id="87" name="直線コネクタ 108">
                <a:extLst>
                  <a:ext uri="{FF2B5EF4-FFF2-40B4-BE49-F238E27FC236}">
                    <a16:creationId xmlns:a16="http://schemas.microsoft.com/office/drawing/2014/main" id="{2C561A2F-A1B4-06B2-6416-427563600E0F}"/>
                  </a:ext>
                </a:extLst>
              </p:cNvPr>
              <p:cNvCxnSpPr>
                <a:cxnSpLocks/>
                <a:stCxn id="86" idx="3"/>
                <a:endCxn id="85" idx="1"/>
              </p:cNvCxnSpPr>
              <p:nvPr/>
            </p:nvCxnSpPr>
            <p:spPr>
              <a:xfrm>
                <a:off x="10838307" y="3679782"/>
                <a:ext cx="10986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線コネクタ 109">
                <a:extLst>
                  <a:ext uri="{FF2B5EF4-FFF2-40B4-BE49-F238E27FC236}">
                    <a16:creationId xmlns:a16="http://schemas.microsoft.com/office/drawing/2014/main" id="{1E153AC3-F871-575C-6A3F-77B75F435B93}"/>
                  </a:ext>
                </a:extLst>
              </p:cNvPr>
              <p:cNvCxnSpPr>
                <a:cxnSpLocks/>
                <a:stCxn id="81" idx="2"/>
              </p:cNvCxnSpPr>
              <p:nvPr/>
            </p:nvCxnSpPr>
            <p:spPr>
              <a:xfrm>
                <a:off x="10882474" y="2984676"/>
                <a:ext cx="0" cy="68564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110">
                <a:extLst>
                  <a:ext uri="{FF2B5EF4-FFF2-40B4-BE49-F238E27FC236}">
                    <a16:creationId xmlns:a16="http://schemas.microsoft.com/office/drawing/2014/main" id="{8DB4F6E1-65B0-3277-FDB7-934F5B388610}"/>
                  </a:ext>
                </a:extLst>
              </p:cNvPr>
              <p:cNvCxnSpPr>
                <a:cxnSpLocks/>
                <a:endCxn id="82" idx="1"/>
              </p:cNvCxnSpPr>
              <p:nvPr/>
            </p:nvCxnSpPr>
            <p:spPr>
              <a:xfrm>
                <a:off x="10882769" y="3311784"/>
                <a:ext cx="6540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111">
                <a:extLst>
                  <a:ext uri="{FF2B5EF4-FFF2-40B4-BE49-F238E27FC236}">
                    <a16:creationId xmlns:a16="http://schemas.microsoft.com/office/drawing/2014/main" id="{7D000960-4675-9784-203D-FCA060C6EEBF}"/>
                  </a:ext>
                </a:extLst>
              </p:cNvPr>
              <p:cNvCxnSpPr>
                <a:cxnSpLocks/>
                <a:endCxn id="83" idx="1"/>
              </p:cNvCxnSpPr>
              <p:nvPr/>
            </p:nvCxnSpPr>
            <p:spPr>
              <a:xfrm>
                <a:off x="10882769" y="3431296"/>
                <a:ext cx="6540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コネクタ 112">
                <a:extLst>
                  <a:ext uri="{FF2B5EF4-FFF2-40B4-BE49-F238E27FC236}">
                    <a16:creationId xmlns:a16="http://schemas.microsoft.com/office/drawing/2014/main" id="{2427C0A6-75BD-CA41-B02B-DFDFC0285F4D}"/>
                  </a:ext>
                </a:extLst>
              </p:cNvPr>
              <p:cNvCxnSpPr>
                <a:cxnSpLocks/>
                <a:endCxn id="84" idx="1"/>
              </p:cNvCxnSpPr>
              <p:nvPr/>
            </p:nvCxnSpPr>
            <p:spPr>
              <a:xfrm>
                <a:off x="10882769" y="3560270"/>
                <a:ext cx="6540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線コネクタ 113">
                <a:extLst>
                  <a:ext uri="{FF2B5EF4-FFF2-40B4-BE49-F238E27FC236}">
                    <a16:creationId xmlns:a16="http://schemas.microsoft.com/office/drawing/2014/main" id="{2BEB7162-47FC-7AA5-E6E7-C114A02FC33A}"/>
                  </a:ext>
                </a:extLst>
              </p:cNvPr>
              <p:cNvCxnSpPr>
                <a:cxnSpLocks/>
                <a:stCxn id="72" idx="3"/>
                <a:endCxn id="81" idx="1"/>
              </p:cNvCxnSpPr>
              <p:nvPr/>
            </p:nvCxnSpPr>
            <p:spPr>
              <a:xfrm flipV="1">
                <a:off x="9602347" y="2923013"/>
                <a:ext cx="1138424" cy="16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コネクタ: カギ線 114">
                <a:extLst>
                  <a:ext uri="{FF2B5EF4-FFF2-40B4-BE49-F238E27FC236}">
                    <a16:creationId xmlns:a16="http://schemas.microsoft.com/office/drawing/2014/main" id="{FFC63EE5-EECE-982B-3924-2575BDE7362F}"/>
                  </a:ext>
                </a:extLst>
              </p:cNvPr>
              <p:cNvCxnSpPr>
                <a:cxnSpLocks/>
                <a:stCxn id="61" idx="3"/>
                <a:endCxn id="81" idx="0"/>
              </p:cNvCxnSpPr>
              <p:nvPr/>
            </p:nvCxnSpPr>
            <p:spPr>
              <a:xfrm>
                <a:off x="10657790" y="2592057"/>
                <a:ext cx="224684" cy="269292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コネクタ: カギ線 115">
                <a:extLst>
                  <a:ext uri="{FF2B5EF4-FFF2-40B4-BE49-F238E27FC236}">
                    <a16:creationId xmlns:a16="http://schemas.microsoft.com/office/drawing/2014/main" id="{B16D01EE-6678-37EB-F7B5-3D62BAA37D02}"/>
                  </a:ext>
                </a:extLst>
              </p:cNvPr>
              <p:cNvCxnSpPr>
                <a:cxnSpLocks/>
                <a:stCxn id="60" idx="2"/>
                <a:endCxn id="72" idx="1"/>
              </p:cNvCxnSpPr>
              <p:nvPr/>
            </p:nvCxnSpPr>
            <p:spPr>
              <a:xfrm rot="16200000" flipH="1">
                <a:off x="9098961" y="2704656"/>
                <a:ext cx="270916" cy="169045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コネクタ: カギ線 116">
                <a:extLst>
                  <a:ext uri="{FF2B5EF4-FFF2-40B4-BE49-F238E27FC236}">
                    <a16:creationId xmlns:a16="http://schemas.microsoft.com/office/drawing/2014/main" id="{99E4B019-40A7-EE04-50B7-4D543D3EEDC4}"/>
                  </a:ext>
                </a:extLst>
              </p:cNvPr>
              <p:cNvCxnSpPr>
                <a:cxnSpLocks/>
                <a:stCxn id="60" idx="0"/>
                <a:endCxn id="61" idx="0"/>
              </p:cNvCxnSpPr>
              <p:nvPr/>
            </p:nvCxnSpPr>
            <p:spPr>
              <a:xfrm rot="5400000" flipH="1" flipV="1">
                <a:off x="9832992" y="1847299"/>
                <a:ext cx="7557" cy="1366191"/>
              </a:xfrm>
              <a:prstGeom prst="bentConnector3">
                <a:avLst>
                  <a:gd name="adj1" fmla="val 999984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コネクタ: カギ線 117">
                <a:extLst>
                  <a:ext uri="{FF2B5EF4-FFF2-40B4-BE49-F238E27FC236}">
                    <a16:creationId xmlns:a16="http://schemas.microsoft.com/office/drawing/2014/main" id="{18889331-4A2D-057F-3F6E-571DB28311EA}"/>
                  </a:ext>
                </a:extLst>
              </p:cNvPr>
              <p:cNvCxnSpPr>
                <a:cxnSpLocks/>
                <a:stCxn id="60" idx="3"/>
                <a:endCxn id="59" idx="0"/>
              </p:cNvCxnSpPr>
              <p:nvPr/>
            </p:nvCxnSpPr>
            <p:spPr>
              <a:xfrm>
                <a:off x="9291599" y="2592057"/>
                <a:ext cx="718837" cy="44983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コネクタ: カギ線 118">
                <a:extLst>
                  <a:ext uri="{FF2B5EF4-FFF2-40B4-BE49-F238E27FC236}">
                    <a16:creationId xmlns:a16="http://schemas.microsoft.com/office/drawing/2014/main" id="{3F1541AC-6B18-615B-976E-D727A90145CE}"/>
                  </a:ext>
                </a:extLst>
              </p:cNvPr>
              <p:cNvCxnSpPr>
                <a:cxnSpLocks/>
                <a:stCxn id="61" idx="1"/>
                <a:endCxn id="59" idx="3"/>
              </p:cNvCxnSpPr>
              <p:nvPr/>
            </p:nvCxnSpPr>
            <p:spPr>
              <a:xfrm rot="10800000" flipV="1">
                <a:off x="10189907" y="2592057"/>
                <a:ext cx="184477" cy="123082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コネクタ: カギ線 119">
                <a:extLst>
                  <a:ext uri="{FF2B5EF4-FFF2-40B4-BE49-F238E27FC236}">
                    <a16:creationId xmlns:a16="http://schemas.microsoft.com/office/drawing/2014/main" id="{D600F4DE-D953-08E5-8E71-640DBCB9F97E}"/>
                  </a:ext>
                </a:extLst>
              </p:cNvPr>
              <p:cNvCxnSpPr>
                <a:cxnSpLocks/>
                <a:stCxn id="72" idx="0"/>
                <a:endCxn id="59" idx="1"/>
              </p:cNvCxnSpPr>
              <p:nvPr/>
            </p:nvCxnSpPr>
            <p:spPr>
              <a:xfrm rot="5400000" flipH="1" flipV="1">
                <a:off x="9571889" y="2603896"/>
                <a:ext cx="147832" cy="370321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コネクタ: カギ線 120">
                <a:extLst>
                  <a:ext uri="{FF2B5EF4-FFF2-40B4-BE49-F238E27FC236}">
                    <a16:creationId xmlns:a16="http://schemas.microsoft.com/office/drawing/2014/main" id="{82DB5EF2-54D2-584E-4C53-394722BA3BBF}"/>
                  </a:ext>
                </a:extLst>
              </p:cNvPr>
              <p:cNvCxnSpPr>
                <a:cxnSpLocks/>
                <a:stCxn id="81" idx="0"/>
                <a:endCxn id="59" idx="2"/>
              </p:cNvCxnSpPr>
              <p:nvPr/>
            </p:nvCxnSpPr>
            <p:spPr>
              <a:xfrm rot="16200000" flipV="1">
                <a:off x="10412401" y="2391276"/>
                <a:ext cx="68110" cy="872038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コネクタ: カギ線 121">
                <a:extLst>
                  <a:ext uri="{FF2B5EF4-FFF2-40B4-BE49-F238E27FC236}">
                    <a16:creationId xmlns:a16="http://schemas.microsoft.com/office/drawing/2014/main" id="{A3C42549-DCE1-0887-3C10-B4ED6B48D9FC}"/>
                  </a:ext>
                </a:extLst>
              </p:cNvPr>
              <p:cNvCxnSpPr>
                <a:cxnSpLocks/>
                <a:endCxn id="60" idx="1"/>
              </p:cNvCxnSpPr>
              <p:nvPr/>
            </p:nvCxnSpPr>
            <p:spPr>
              <a:xfrm rot="16200000" flipV="1">
                <a:off x="8827259" y="2772992"/>
                <a:ext cx="490447" cy="128578"/>
              </a:xfrm>
              <a:prstGeom prst="bentConnector4">
                <a:avLst>
                  <a:gd name="adj1" fmla="val 22915"/>
                  <a:gd name="adj2" fmla="val 205783"/>
                </a:avLst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テキスト ボックス 78">
              <a:extLst>
                <a:ext uri="{FF2B5EF4-FFF2-40B4-BE49-F238E27FC236}">
                  <a16:creationId xmlns:a16="http://schemas.microsoft.com/office/drawing/2014/main" id="{7BA9C1DF-A61E-5DDC-F20C-17A9F46AF9F2}"/>
                </a:ext>
              </a:extLst>
            </p:cNvPr>
            <p:cNvSpPr txBox="1"/>
            <p:nvPr/>
          </p:nvSpPr>
          <p:spPr>
            <a:xfrm>
              <a:off x="6999868" y="2847655"/>
              <a:ext cx="1092902" cy="519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rPr>
                <a:t>Zone</a:t>
              </a:r>
            </a:p>
          </p:txBody>
        </p:sp>
      </p:grpSp>
      <p:grpSp>
        <p:nvGrpSpPr>
          <p:cNvPr id="114" name="グループ化 135">
            <a:extLst>
              <a:ext uri="{FF2B5EF4-FFF2-40B4-BE49-F238E27FC236}">
                <a16:creationId xmlns:a16="http://schemas.microsoft.com/office/drawing/2014/main" id="{74C5DDC6-263E-1B1D-72BB-20A14EBEAB7B}"/>
              </a:ext>
            </a:extLst>
          </p:cNvPr>
          <p:cNvGrpSpPr/>
          <p:nvPr/>
        </p:nvGrpSpPr>
        <p:grpSpPr>
          <a:xfrm>
            <a:off x="3945954" y="1440746"/>
            <a:ext cx="2196000" cy="885122"/>
            <a:chOff x="4784663" y="3307652"/>
            <a:chExt cx="3950528" cy="1592300"/>
          </a:xfrm>
        </p:grpSpPr>
        <p:sp>
          <p:nvSpPr>
            <p:cNvPr id="115" name="フリーフォーム 67">
              <a:extLst>
                <a:ext uri="{FF2B5EF4-FFF2-40B4-BE49-F238E27FC236}">
                  <a16:creationId xmlns:a16="http://schemas.microsoft.com/office/drawing/2014/main" id="{06A48370-5ABD-F586-D337-E0D90345FE77}"/>
                </a:ext>
              </a:extLst>
            </p:cNvPr>
            <p:cNvSpPr/>
            <p:nvPr/>
          </p:nvSpPr>
          <p:spPr bwMode="auto">
            <a:xfrm rot="16200000">
              <a:off x="6242754" y="2723495"/>
              <a:ext cx="1034346" cy="2202659"/>
            </a:xfrm>
            <a:custGeom>
              <a:avLst/>
              <a:gdLst>
                <a:gd name="connsiteX0" fmla="*/ 701162 w 1950604"/>
                <a:gd name="connsiteY0" fmla="*/ 3425081 h 4153848"/>
                <a:gd name="connsiteX1" fmla="*/ 350581 w 1950604"/>
                <a:gd name="connsiteY1" fmla="*/ 3775662 h 4153848"/>
                <a:gd name="connsiteX2" fmla="*/ 0 w 1950604"/>
                <a:gd name="connsiteY2" fmla="*/ 3425081 h 4153848"/>
                <a:gd name="connsiteX3" fmla="*/ 350581 w 1950604"/>
                <a:gd name="connsiteY3" fmla="*/ 3074500 h 4153848"/>
                <a:gd name="connsiteX4" fmla="*/ 701162 w 1950604"/>
                <a:gd name="connsiteY4" fmla="*/ 3425081 h 4153848"/>
                <a:gd name="connsiteX5" fmla="*/ 701163 w 1950604"/>
                <a:gd name="connsiteY5" fmla="*/ 893221 h 4153848"/>
                <a:gd name="connsiteX6" fmla="*/ 350582 w 1950604"/>
                <a:gd name="connsiteY6" fmla="*/ 1243801 h 4153848"/>
                <a:gd name="connsiteX7" fmla="*/ 0 w 1950604"/>
                <a:gd name="connsiteY7" fmla="*/ 893221 h 4153848"/>
                <a:gd name="connsiteX8" fmla="*/ 350582 w 1950604"/>
                <a:gd name="connsiteY8" fmla="*/ 542640 h 4153848"/>
                <a:gd name="connsiteX9" fmla="*/ 701163 w 1950604"/>
                <a:gd name="connsiteY9" fmla="*/ 893221 h 4153848"/>
                <a:gd name="connsiteX10" fmla="*/ 1950604 w 1950604"/>
                <a:gd name="connsiteY10" fmla="*/ 2038162 h 4153848"/>
                <a:gd name="connsiteX11" fmla="*/ 1919940 w 1950604"/>
                <a:gd name="connsiteY11" fmla="*/ 2801643 h 4153848"/>
                <a:gd name="connsiteX12" fmla="*/ 1870630 w 1950604"/>
                <a:gd name="connsiteY12" fmla="*/ 3258414 h 4153848"/>
                <a:gd name="connsiteX13" fmla="*/ 1830040 w 1950604"/>
                <a:gd name="connsiteY13" fmla="*/ 3467242 h 4153848"/>
                <a:gd name="connsiteX14" fmla="*/ 1731153 w 1950604"/>
                <a:gd name="connsiteY14" fmla="*/ 3514044 h 4153848"/>
                <a:gd name="connsiteX15" fmla="*/ 1407842 w 1950604"/>
                <a:gd name="connsiteY15" fmla="*/ 3886252 h 4153848"/>
                <a:gd name="connsiteX16" fmla="*/ 1360216 w 1950604"/>
                <a:gd name="connsiteY16" fmla="*/ 3994642 h 4153848"/>
                <a:gd name="connsiteX17" fmla="*/ 905516 w 1950604"/>
                <a:gd name="connsiteY17" fmla="*/ 4091946 h 4153848"/>
                <a:gd name="connsiteX18" fmla="*/ 834528 w 1950604"/>
                <a:gd name="connsiteY18" fmla="*/ 4109797 h 4153848"/>
                <a:gd name="connsiteX19" fmla="*/ 668947 w 1950604"/>
                <a:gd name="connsiteY19" fmla="*/ 4146231 h 4153848"/>
                <a:gd name="connsiteX20" fmla="*/ 593280 w 1950604"/>
                <a:gd name="connsiteY20" fmla="*/ 4153848 h 4153848"/>
                <a:gd name="connsiteX21" fmla="*/ 278510 w 1950604"/>
                <a:gd name="connsiteY21" fmla="*/ 3874077 h 4153848"/>
                <a:gd name="connsiteX22" fmla="*/ 272447 w 1950604"/>
                <a:gd name="connsiteY22" fmla="*/ 3815686 h 4153848"/>
                <a:gd name="connsiteX23" fmla="*/ 350581 w 1950604"/>
                <a:gd name="connsiteY23" fmla="*/ 3823563 h 4153848"/>
                <a:gd name="connsiteX24" fmla="*/ 749062 w 1950604"/>
                <a:gd name="connsiteY24" fmla="*/ 3425082 h 4153848"/>
                <a:gd name="connsiteX25" fmla="*/ 350581 w 1950604"/>
                <a:gd name="connsiteY25" fmla="*/ 3026601 h 4153848"/>
                <a:gd name="connsiteX26" fmla="*/ 271806 w 1950604"/>
                <a:gd name="connsiteY26" fmla="*/ 3034542 h 4153848"/>
                <a:gd name="connsiteX27" fmla="*/ 271806 w 1950604"/>
                <a:gd name="connsiteY27" fmla="*/ 2934028 h 4153848"/>
                <a:gd name="connsiteX28" fmla="*/ 271631 w 1950604"/>
                <a:gd name="connsiteY28" fmla="*/ 2932292 h 4153848"/>
                <a:gd name="connsiteX29" fmla="*/ 271631 w 1950604"/>
                <a:gd name="connsiteY29" fmla="*/ 2003300 h 4153848"/>
                <a:gd name="connsiteX30" fmla="*/ 271806 w 1950604"/>
                <a:gd name="connsiteY30" fmla="*/ 2001564 h 4153848"/>
                <a:gd name="connsiteX31" fmla="*/ 271806 w 1950604"/>
                <a:gd name="connsiteY31" fmla="*/ 1990255 h 4153848"/>
                <a:gd name="connsiteX32" fmla="*/ 271809 w 1950604"/>
                <a:gd name="connsiteY32" fmla="*/ 1990236 h 4153848"/>
                <a:gd name="connsiteX33" fmla="*/ 271809 w 1950604"/>
                <a:gd name="connsiteY33" fmla="*/ 1283760 h 4153848"/>
                <a:gd name="connsiteX34" fmla="*/ 350582 w 1950604"/>
                <a:gd name="connsiteY34" fmla="*/ 1291701 h 4153848"/>
                <a:gd name="connsiteX35" fmla="*/ 749063 w 1950604"/>
                <a:gd name="connsiteY35" fmla="*/ 893220 h 4153848"/>
                <a:gd name="connsiteX36" fmla="*/ 350582 w 1950604"/>
                <a:gd name="connsiteY36" fmla="*/ 494739 h 4153848"/>
                <a:gd name="connsiteX37" fmla="*/ 271809 w 1950604"/>
                <a:gd name="connsiteY37" fmla="*/ 502680 h 4153848"/>
                <a:gd name="connsiteX38" fmla="*/ 271809 w 1950604"/>
                <a:gd name="connsiteY38" fmla="*/ 212930 h 4153848"/>
                <a:gd name="connsiteX39" fmla="*/ 484738 w 1950604"/>
                <a:gd name="connsiteY39" fmla="*/ 0 h 4153848"/>
                <a:gd name="connsiteX40" fmla="*/ 715444 w 1950604"/>
                <a:gd name="connsiteY40" fmla="*/ 0 h 4153848"/>
                <a:gd name="connsiteX41" fmla="*/ 765085 w 1950604"/>
                <a:gd name="connsiteY41" fmla="*/ 32905 h 4153848"/>
                <a:gd name="connsiteX42" fmla="*/ 766548 w 1950604"/>
                <a:gd name="connsiteY42" fmla="*/ 40153 h 4153848"/>
                <a:gd name="connsiteX43" fmla="*/ 854486 w 1950604"/>
                <a:gd name="connsiteY43" fmla="*/ 57907 h 4153848"/>
                <a:gd name="connsiteX44" fmla="*/ 978421 w 1950604"/>
                <a:gd name="connsiteY44" fmla="*/ 159965 h 4153848"/>
                <a:gd name="connsiteX45" fmla="*/ 993528 w 1950604"/>
                <a:gd name="connsiteY45" fmla="*/ 191389 h 4153848"/>
                <a:gd name="connsiteX46" fmla="*/ 1043455 w 1950604"/>
                <a:gd name="connsiteY46" fmla="*/ 223709 h 4153848"/>
                <a:gd name="connsiteX47" fmla="*/ 1306697 w 1950604"/>
                <a:gd name="connsiteY47" fmla="*/ 764676 h 4153848"/>
                <a:gd name="connsiteX48" fmla="*/ 1349311 w 1950604"/>
                <a:gd name="connsiteY48" fmla="*/ 1123451 h 4153848"/>
                <a:gd name="connsiteX49" fmla="*/ 1494582 w 1950604"/>
                <a:gd name="connsiteY49" fmla="*/ 1310371 h 4153848"/>
                <a:gd name="connsiteX50" fmla="*/ 1663692 w 1950604"/>
                <a:gd name="connsiteY50" fmla="*/ 1490564 h 4153848"/>
                <a:gd name="connsiteX51" fmla="*/ 1950604 w 1950604"/>
                <a:gd name="connsiteY51" fmla="*/ 2038162 h 415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950604" h="4153848">
                  <a:moveTo>
                    <a:pt x="701162" y="3425081"/>
                  </a:moveTo>
                  <a:cubicBezTo>
                    <a:pt x="701162" y="3618702"/>
                    <a:pt x="544202" y="3775662"/>
                    <a:pt x="350581" y="3775662"/>
                  </a:cubicBezTo>
                  <a:cubicBezTo>
                    <a:pt x="156960" y="3775662"/>
                    <a:pt x="0" y="3618702"/>
                    <a:pt x="0" y="3425081"/>
                  </a:cubicBezTo>
                  <a:cubicBezTo>
                    <a:pt x="0" y="3231460"/>
                    <a:pt x="156960" y="3074500"/>
                    <a:pt x="350581" y="3074500"/>
                  </a:cubicBezTo>
                  <a:cubicBezTo>
                    <a:pt x="544202" y="3074501"/>
                    <a:pt x="701162" y="3231460"/>
                    <a:pt x="701162" y="3425081"/>
                  </a:cubicBezTo>
                  <a:close/>
                  <a:moveTo>
                    <a:pt x="701163" y="893221"/>
                  </a:moveTo>
                  <a:cubicBezTo>
                    <a:pt x="701163" y="1086842"/>
                    <a:pt x="544203" y="1243802"/>
                    <a:pt x="350582" y="1243801"/>
                  </a:cubicBezTo>
                  <a:cubicBezTo>
                    <a:pt x="156960" y="1243801"/>
                    <a:pt x="0" y="1086842"/>
                    <a:pt x="0" y="893221"/>
                  </a:cubicBezTo>
                  <a:cubicBezTo>
                    <a:pt x="0" y="699600"/>
                    <a:pt x="156960" y="542640"/>
                    <a:pt x="350582" y="542640"/>
                  </a:cubicBezTo>
                  <a:cubicBezTo>
                    <a:pt x="544203" y="542640"/>
                    <a:pt x="701163" y="699600"/>
                    <a:pt x="701163" y="893221"/>
                  </a:cubicBezTo>
                  <a:close/>
                  <a:moveTo>
                    <a:pt x="1950604" y="2038162"/>
                  </a:moveTo>
                  <a:cubicBezTo>
                    <a:pt x="1950540" y="2272335"/>
                    <a:pt x="1933269" y="2598268"/>
                    <a:pt x="1919940" y="2801643"/>
                  </a:cubicBezTo>
                  <a:cubicBezTo>
                    <a:pt x="1906611" y="3005018"/>
                    <a:pt x="1884343" y="3161451"/>
                    <a:pt x="1870630" y="3258414"/>
                  </a:cubicBezTo>
                  <a:cubicBezTo>
                    <a:pt x="1856917" y="3355377"/>
                    <a:pt x="1853286" y="3424637"/>
                    <a:pt x="1830040" y="3467242"/>
                  </a:cubicBezTo>
                  <a:cubicBezTo>
                    <a:pt x="1806794" y="3509847"/>
                    <a:pt x="1797666" y="3489856"/>
                    <a:pt x="1731153" y="3514044"/>
                  </a:cubicBezTo>
                  <a:cubicBezTo>
                    <a:pt x="1646243" y="3660976"/>
                    <a:pt x="1568952" y="3754566"/>
                    <a:pt x="1407842" y="3886252"/>
                  </a:cubicBezTo>
                  <a:cubicBezTo>
                    <a:pt x="1393554" y="3930319"/>
                    <a:pt x="1407742" y="3939087"/>
                    <a:pt x="1360216" y="3994642"/>
                  </a:cubicBezTo>
                  <a:cubicBezTo>
                    <a:pt x="1312690" y="4050197"/>
                    <a:pt x="1006148" y="4078150"/>
                    <a:pt x="905516" y="4091946"/>
                  </a:cubicBezTo>
                  <a:lnTo>
                    <a:pt x="834528" y="4109797"/>
                  </a:lnTo>
                  <a:cubicBezTo>
                    <a:pt x="790662" y="4128351"/>
                    <a:pt x="719573" y="4146231"/>
                    <a:pt x="668947" y="4146231"/>
                  </a:cubicBezTo>
                  <a:lnTo>
                    <a:pt x="593280" y="4153848"/>
                  </a:lnTo>
                  <a:cubicBezTo>
                    <a:pt x="441610" y="4153848"/>
                    <a:pt x="309234" y="4022929"/>
                    <a:pt x="278510" y="3874077"/>
                  </a:cubicBezTo>
                  <a:lnTo>
                    <a:pt x="272447" y="3815686"/>
                  </a:lnTo>
                  <a:lnTo>
                    <a:pt x="350581" y="3823563"/>
                  </a:lnTo>
                  <a:cubicBezTo>
                    <a:pt x="570656" y="3823563"/>
                    <a:pt x="749062" y="3645157"/>
                    <a:pt x="749062" y="3425082"/>
                  </a:cubicBezTo>
                  <a:cubicBezTo>
                    <a:pt x="749062" y="3205007"/>
                    <a:pt x="570656" y="3026601"/>
                    <a:pt x="350581" y="3026601"/>
                  </a:cubicBezTo>
                  <a:lnTo>
                    <a:pt x="271806" y="3034542"/>
                  </a:lnTo>
                  <a:lnTo>
                    <a:pt x="271806" y="2934028"/>
                  </a:lnTo>
                  <a:cubicBezTo>
                    <a:pt x="271748" y="2933449"/>
                    <a:pt x="271689" y="2932871"/>
                    <a:pt x="271631" y="2932292"/>
                  </a:cubicBezTo>
                  <a:lnTo>
                    <a:pt x="271631" y="2003300"/>
                  </a:lnTo>
                  <a:cubicBezTo>
                    <a:pt x="271689" y="2002721"/>
                    <a:pt x="271748" y="2002143"/>
                    <a:pt x="271806" y="2001564"/>
                  </a:cubicBezTo>
                  <a:lnTo>
                    <a:pt x="271806" y="1990255"/>
                  </a:lnTo>
                  <a:cubicBezTo>
                    <a:pt x="271807" y="1990249"/>
                    <a:pt x="271808" y="1990242"/>
                    <a:pt x="271809" y="1990236"/>
                  </a:cubicBezTo>
                  <a:lnTo>
                    <a:pt x="271809" y="1283760"/>
                  </a:lnTo>
                  <a:lnTo>
                    <a:pt x="350582" y="1291701"/>
                  </a:lnTo>
                  <a:cubicBezTo>
                    <a:pt x="570657" y="1291701"/>
                    <a:pt x="749063" y="1113295"/>
                    <a:pt x="749063" y="893220"/>
                  </a:cubicBezTo>
                  <a:cubicBezTo>
                    <a:pt x="749063" y="673145"/>
                    <a:pt x="570657" y="494739"/>
                    <a:pt x="350582" y="494739"/>
                  </a:cubicBezTo>
                  <a:lnTo>
                    <a:pt x="271809" y="502680"/>
                  </a:lnTo>
                  <a:lnTo>
                    <a:pt x="271809" y="212930"/>
                  </a:lnTo>
                  <a:cubicBezTo>
                    <a:pt x="271809" y="95332"/>
                    <a:pt x="367141" y="0"/>
                    <a:pt x="484738" y="0"/>
                  </a:cubicBezTo>
                  <a:lnTo>
                    <a:pt x="715444" y="0"/>
                  </a:lnTo>
                  <a:cubicBezTo>
                    <a:pt x="737759" y="0"/>
                    <a:pt x="756906" y="13569"/>
                    <a:pt x="765085" y="32905"/>
                  </a:cubicBezTo>
                  <a:lnTo>
                    <a:pt x="766548" y="40153"/>
                  </a:lnTo>
                  <a:lnTo>
                    <a:pt x="854486" y="57907"/>
                  </a:lnTo>
                  <a:cubicBezTo>
                    <a:pt x="905037" y="79289"/>
                    <a:pt x="948048" y="115007"/>
                    <a:pt x="978421" y="159965"/>
                  </a:cubicBezTo>
                  <a:lnTo>
                    <a:pt x="993528" y="191389"/>
                  </a:lnTo>
                  <a:lnTo>
                    <a:pt x="1043455" y="223709"/>
                  </a:lnTo>
                  <a:cubicBezTo>
                    <a:pt x="1176365" y="331937"/>
                    <a:pt x="1278798" y="529786"/>
                    <a:pt x="1306697" y="764676"/>
                  </a:cubicBezTo>
                  <a:lnTo>
                    <a:pt x="1349311" y="1123451"/>
                  </a:lnTo>
                  <a:lnTo>
                    <a:pt x="1494582" y="1310371"/>
                  </a:lnTo>
                  <a:cubicBezTo>
                    <a:pt x="1548263" y="1373208"/>
                    <a:pt x="1604633" y="1433272"/>
                    <a:pt x="1663692" y="1490564"/>
                  </a:cubicBezTo>
                  <a:cubicBezTo>
                    <a:pt x="1820626" y="1642802"/>
                    <a:pt x="1942320" y="1840920"/>
                    <a:pt x="1950604" y="2038162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6350" cmpd="sng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3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ＭＳ Ｐゴシック" charset="-128"/>
                <a:cs typeface="Segoe UI Semibold" panose="020B0702040204020203" pitchFamily="34" charset="0"/>
              </a:endParaRPr>
            </a:p>
          </p:txBody>
        </p:sp>
        <p:grpSp>
          <p:nvGrpSpPr>
            <p:cNvPr id="116" name="グループ化 137">
              <a:extLst>
                <a:ext uri="{FF2B5EF4-FFF2-40B4-BE49-F238E27FC236}">
                  <a16:creationId xmlns:a16="http://schemas.microsoft.com/office/drawing/2014/main" id="{ACA1A98B-EC0B-F906-1FA2-4C3FC8066CB3}"/>
                </a:ext>
              </a:extLst>
            </p:cNvPr>
            <p:cNvGrpSpPr/>
            <p:nvPr/>
          </p:nvGrpSpPr>
          <p:grpSpPr>
            <a:xfrm>
              <a:off x="5923122" y="3382335"/>
              <a:ext cx="1804926" cy="933223"/>
              <a:chOff x="8721344" y="2526616"/>
              <a:chExt cx="2332614" cy="1206060"/>
            </a:xfrm>
          </p:grpSpPr>
          <p:sp>
            <p:nvSpPr>
              <p:cNvPr id="129" name="正方形/長方形 150">
                <a:extLst>
                  <a:ext uri="{FF2B5EF4-FFF2-40B4-BE49-F238E27FC236}">
                    <a16:creationId xmlns:a16="http://schemas.microsoft.com/office/drawing/2014/main" id="{6E66C443-EB7F-082A-8D68-229201A72000}"/>
                  </a:ext>
                </a:extLst>
              </p:cNvPr>
              <p:cNvSpPr/>
              <p:nvPr/>
            </p:nvSpPr>
            <p:spPr>
              <a:xfrm>
                <a:off x="9736016" y="2637041"/>
                <a:ext cx="453891" cy="160843"/>
              </a:xfrm>
              <a:prstGeom prst="rect">
                <a:avLst/>
              </a:prstGeom>
              <a:solidFill>
                <a:schemeClr val="tx2"/>
              </a:solidFill>
              <a:ln w="571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tabLst/>
                  <a:defRPr/>
                </a:pPr>
                <a:endParaRPr kumimoji="1" lang="ja-JP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30" name="正方形/長方形 151">
                <a:extLst>
                  <a:ext uri="{FF2B5EF4-FFF2-40B4-BE49-F238E27FC236}">
                    <a16:creationId xmlns:a16="http://schemas.microsoft.com/office/drawing/2014/main" id="{A6901A0E-B6DF-D6D3-E59B-677ACC679F2B}"/>
                  </a:ext>
                </a:extLst>
              </p:cNvPr>
              <p:cNvSpPr/>
              <p:nvPr/>
            </p:nvSpPr>
            <p:spPr>
              <a:xfrm>
                <a:off x="9008194" y="2530394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31" name="正方形/長方形 152">
                <a:extLst>
                  <a:ext uri="{FF2B5EF4-FFF2-40B4-BE49-F238E27FC236}">
                    <a16:creationId xmlns:a16="http://schemas.microsoft.com/office/drawing/2014/main" id="{DC2EEC91-FD59-2CC8-4AF2-EA5253699724}"/>
                  </a:ext>
                </a:extLst>
              </p:cNvPr>
              <p:cNvSpPr/>
              <p:nvPr/>
            </p:nvSpPr>
            <p:spPr>
              <a:xfrm>
                <a:off x="10374384" y="2530394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32" name="正方形/長方形 153">
                <a:extLst>
                  <a:ext uri="{FF2B5EF4-FFF2-40B4-BE49-F238E27FC236}">
                    <a16:creationId xmlns:a16="http://schemas.microsoft.com/office/drawing/2014/main" id="{C5D067AA-D64D-47C8-18AB-C0576C319E63}"/>
                  </a:ext>
                </a:extLst>
              </p:cNvPr>
              <p:cNvSpPr/>
              <p:nvPr/>
            </p:nvSpPr>
            <p:spPr>
              <a:xfrm>
                <a:off x="10581783" y="3117589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33" name="正方形/長方形 154">
                <a:extLst>
                  <a:ext uri="{FF2B5EF4-FFF2-40B4-BE49-F238E27FC236}">
                    <a16:creationId xmlns:a16="http://schemas.microsoft.com/office/drawing/2014/main" id="{1CFD02B8-0CC7-0810-71E0-F0678F991EF2}"/>
                  </a:ext>
                </a:extLst>
              </p:cNvPr>
              <p:cNvSpPr/>
              <p:nvPr/>
            </p:nvSpPr>
            <p:spPr>
              <a:xfrm>
                <a:off x="10581783" y="3237102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34" name="正方形/長方形 155">
                <a:extLst>
                  <a:ext uri="{FF2B5EF4-FFF2-40B4-BE49-F238E27FC236}">
                    <a16:creationId xmlns:a16="http://schemas.microsoft.com/office/drawing/2014/main" id="{1F721C0D-D538-D3C5-B5DD-FA5FF7330101}"/>
                  </a:ext>
                </a:extLst>
              </p:cNvPr>
              <p:cNvSpPr/>
              <p:nvPr/>
            </p:nvSpPr>
            <p:spPr>
              <a:xfrm>
                <a:off x="10581783" y="3356614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35" name="正方形/長方形 156">
                <a:extLst>
                  <a:ext uri="{FF2B5EF4-FFF2-40B4-BE49-F238E27FC236}">
                    <a16:creationId xmlns:a16="http://schemas.microsoft.com/office/drawing/2014/main" id="{A008D44D-E453-4CE9-9EF5-89C7AB97F929}"/>
                  </a:ext>
                </a:extLst>
              </p:cNvPr>
              <p:cNvSpPr/>
              <p:nvPr/>
            </p:nvSpPr>
            <p:spPr>
              <a:xfrm>
                <a:off x="10581783" y="3476126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36" name="正方形/長方形 157">
                <a:extLst>
                  <a:ext uri="{FF2B5EF4-FFF2-40B4-BE49-F238E27FC236}">
                    <a16:creationId xmlns:a16="http://schemas.microsoft.com/office/drawing/2014/main" id="{7B534571-17D4-0829-ABB9-BA77E363EF61}"/>
                  </a:ext>
                </a:extLst>
              </p:cNvPr>
              <p:cNvSpPr/>
              <p:nvPr/>
            </p:nvSpPr>
            <p:spPr>
              <a:xfrm>
                <a:off x="10366131" y="3476126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cxnSp>
            <p:nvCxnSpPr>
              <p:cNvPr id="137" name="直線コネクタ 158">
                <a:extLst>
                  <a:ext uri="{FF2B5EF4-FFF2-40B4-BE49-F238E27FC236}">
                    <a16:creationId xmlns:a16="http://schemas.microsoft.com/office/drawing/2014/main" id="{6F857284-3BD0-47AF-D467-5C931140E067}"/>
                  </a:ext>
                </a:extLst>
              </p:cNvPr>
              <p:cNvCxnSpPr>
                <a:cxnSpLocks/>
                <a:stCxn id="136" idx="3"/>
                <a:endCxn id="135" idx="1"/>
              </p:cNvCxnSpPr>
              <p:nvPr/>
            </p:nvCxnSpPr>
            <p:spPr>
              <a:xfrm>
                <a:off x="10471919" y="3529020"/>
                <a:ext cx="109863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コネクタ 159">
                <a:extLst>
                  <a:ext uri="{FF2B5EF4-FFF2-40B4-BE49-F238E27FC236}">
                    <a16:creationId xmlns:a16="http://schemas.microsoft.com/office/drawing/2014/main" id="{BCB59DA3-0F88-65F9-CD5D-C0094BDA1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6087" y="2653721"/>
                <a:ext cx="0" cy="874365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コネクタ 160">
                <a:extLst>
                  <a:ext uri="{FF2B5EF4-FFF2-40B4-BE49-F238E27FC236}">
                    <a16:creationId xmlns:a16="http://schemas.microsoft.com/office/drawing/2014/main" id="{6D37DC3E-E477-576A-A053-86F53C7DB292}"/>
                  </a:ext>
                </a:extLst>
              </p:cNvPr>
              <p:cNvCxnSpPr>
                <a:cxnSpLocks/>
                <a:endCxn id="132" idx="1"/>
              </p:cNvCxnSpPr>
              <p:nvPr/>
            </p:nvCxnSpPr>
            <p:spPr>
              <a:xfrm>
                <a:off x="10516382" y="3170484"/>
                <a:ext cx="65401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コネクタ 161">
                <a:extLst>
                  <a:ext uri="{FF2B5EF4-FFF2-40B4-BE49-F238E27FC236}">
                    <a16:creationId xmlns:a16="http://schemas.microsoft.com/office/drawing/2014/main" id="{3EFFA615-DE2F-3852-7709-5C4DAC01ED9C}"/>
                  </a:ext>
                </a:extLst>
              </p:cNvPr>
              <p:cNvCxnSpPr>
                <a:cxnSpLocks/>
                <a:endCxn id="133" idx="1"/>
              </p:cNvCxnSpPr>
              <p:nvPr/>
            </p:nvCxnSpPr>
            <p:spPr>
              <a:xfrm>
                <a:off x="10516382" y="3289996"/>
                <a:ext cx="65401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線コネクタ 162">
                <a:extLst>
                  <a:ext uri="{FF2B5EF4-FFF2-40B4-BE49-F238E27FC236}">
                    <a16:creationId xmlns:a16="http://schemas.microsoft.com/office/drawing/2014/main" id="{505BC21B-7FEA-2B52-BA1E-8D182EFCE39A}"/>
                  </a:ext>
                </a:extLst>
              </p:cNvPr>
              <p:cNvCxnSpPr>
                <a:cxnSpLocks/>
                <a:endCxn id="134" idx="1"/>
              </p:cNvCxnSpPr>
              <p:nvPr/>
            </p:nvCxnSpPr>
            <p:spPr>
              <a:xfrm>
                <a:off x="10516382" y="3409508"/>
                <a:ext cx="65401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正方形/長方形 163">
                <a:extLst>
                  <a:ext uri="{FF2B5EF4-FFF2-40B4-BE49-F238E27FC236}">
                    <a16:creationId xmlns:a16="http://schemas.microsoft.com/office/drawing/2014/main" id="{34111089-63E4-2C9F-0D51-23972871CE67}"/>
                  </a:ext>
                </a:extLst>
              </p:cNvPr>
              <p:cNvSpPr/>
              <p:nvPr/>
            </p:nvSpPr>
            <p:spPr>
              <a:xfrm>
                <a:off x="9318941" y="2862973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grpSp>
            <p:nvGrpSpPr>
              <p:cNvPr id="143" name="グループ化 164">
                <a:extLst>
                  <a:ext uri="{FF2B5EF4-FFF2-40B4-BE49-F238E27FC236}">
                    <a16:creationId xmlns:a16="http://schemas.microsoft.com/office/drawing/2014/main" id="{9AF57E66-8020-BA59-B8D2-BA47CE6CB235}"/>
                  </a:ext>
                </a:extLst>
              </p:cNvPr>
              <p:cNvGrpSpPr/>
              <p:nvPr/>
            </p:nvGrpSpPr>
            <p:grpSpPr>
              <a:xfrm>
                <a:off x="9030983" y="2986300"/>
                <a:ext cx="694215" cy="655589"/>
                <a:chOff x="13365218" y="2810394"/>
                <a:chExt cx="1166775" cy="1101856"/>
              </a:xfrm>
            </p:grpSpPr>
            <p:grpSp>
              <p:nvGrpSpPr>
                <p:cNvPr id="174" name="グループ化 195">
                  <a:extLst>
                    <a:ext uri="{FF2B5EF4-FFF2-40B4-BE49-F238E27FC236}">
                      <a16:creationId xmlns:a16="http://schemas.microsoft.com/office/drawing/2014/main" id="{8FD3AF72-41E1-6B85-B950-A83CBF883521}"/>
                    </a:ext>
                  </a:extLst>
                </p:cNvPr>
                <p:cNvGrpSpPr/>
                <p:nvPr/>
              </p:nvGrpSpPr>
              <p:grpSpPr>
                <a:xfrm>
                  <a:off x="13365218" y="3517582"/>
                  <a:ext cx="707707" cy="177800"/>
                  <a:chOff x="6960051" y="3583600"/>
                  <a:chExt cx="707707" cy="177800"/>
                </a:xfrm>
                <a:solidFill>
                  <a:schemeClr val="bg1">
                    <a:lumMod val="75000"/>
                  </a:schemeClr>
                </a:solidFill>
              </p:grpSpPr>
              <p:sp>
                <p:nvSpPr>
                  <p:cNvPr id="181" name="正方形/長方形 202">
                    <a:extLst>
                      <a:ext uri="{FF2B5EF4-FFF2-40B4-BE49-F238E27FC236}">
                        <a16:creationId xmlns:a16="http://schemas.microsoft.com/office/drawing/2014/main" id="{5241B5FE-9F58-5A72-0526-CBB6F8A883A1}"/>
                      </a:ext>
                    </a:extLst>
                  </p:cNvPr>
                  <p:cNvSpPr/>
                  <p:nvPr/>
                </p:nvSpPr>
                <p:spPr>
                  <a:xfrm>
                    <a:off x="6960051" y="3583600"/>
                    <a:ext cx="177800" cy="1778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0">
                      <a:lnSpc>
                        <a:spcPts val="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6418C"/>
                      </a:buClr>
                      <a:buSzTx/>
                      <a:buFont typeface="Wingdings" panose="05000000000000000000" pitchFamily="2" charset="2"/>
                      <a:buChar char="§"/>
                      <a:tabLst/>
                      <a:defRPr/>
                    </a:pPr>
                    <a:endParaRPr kumimoji="1" lang="ja-JP" altLang="en-US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egoe UI Semibold" panose="020B0702040204020203" pitchFamily="34" charset="0"/>
                      <a:ea typeface="メイリオ"/>
                      <a:cs typeface="Segoe UI Semibold" panose="020B0702040204020203" pitchFamily="34" charset="0"/>
                      <a:sym typeface="Arial"/>
                    </a:endParaRPr>
                  </a:p>
                </p:txBody>
              </p:sp>
              <p:sp>
                <p:nvSpPr>
                  <p:cNvPr id="182" name="正方形/長方形 203">
                    <a:extLst>
                      <a:ext uri="{FF2B5EF4-FFF2-40B4-BE49-F238E27FC236}">
                        <a16:creationId xmlns:a16="http://schemas.microsoft.com/office/drawing/2014/main" id="{B3D23439-8BBA-F9E5-5C7A-59A34D85C4B8}"/>
                      </a:ext>
                    </a:extLst>
                  </p:cNvPr>
                  <p:cNvSpPr/>
                  <p:nvPr/>
                </p:nvSpPr>
                <p:spPr>
                  <a:xfrm>
                    <a:off x="7225004" y="3583600"/>
                    <a:ext cx="177800" cy="1778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0">
                      <a:lnSpc>
                        <a:spcPts val="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6418C"/>
                      </a:buClr>
                      <a:buSzTx/>
                      <a:buFont typeface="Wingdings" panose="05000000000000000000" pitchFamily="2" charset="2"/>
                      <a:buChar char="§"/>
                      <a:tabLst/>
                      <a:defRPr/>
                    </a:pPr>
                    <a:endParaRPr kumimoji="1" lang="ja-JP" altLang="en-US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egoe UI Semibold" panose="020B0702040204020203" pitchFamily="34" charset="0"/>
                      <a:ea typeface="メイリオ"/>
                      <a:cs typeface="Segoe UI Semibold" panose="020B0702040204020203" pitchFamily="34" charset="0"/>
                      <a:sym typeface="Arial"/>
                    </a:endParaRPr>
                  </a:p>
                </p:txBody>
              </p:sp>
              <p:sp>
                <p:nvSpPr>
                  <p:cNvPr id="183" name="正方形/長方形 204">
                    <a:extLst>
                      <a:ext uri="{FF2B5EF4-FFF2-40B4-BE49-F238E27FC236}">
                        <a16:creationId xmlns:a16="http://schemas.microsoft.com/office/drawing/2014/main" id="{8ABEC593-9563-C55B-28E5-B0D7800E5E58}"/>
                      </a:ext>
                    </a:extLst>
                  </p:cNvPr>
                  <p:cNvSpPr/>
                  <p:nvPr/>
                </p:nvSpPr>
                <p:spPr>
                  <a:xfrm>
                    <a:off x="7489958" y="3583600"/>
                    <a:ext cx="177800" cy="177800"/>
                  </a:xfrm>
                  <a:prstGeom prst="rect">
                    <a:avLst/>
                  </a:prstGeom>
                  <a:grpFill/>
                  <a:ln w="12700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0">
                      <a:lnSpc>
                        <a:spcPts val="2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6418C"/>
                      </a:buClr>
                      <a:buSzTx/>
                      <a:buFont typeface="Wingdings" panose="05000000000000000000" pitchFamily="2" charset="2"/>
                      <a:buChar char="§"/>
                      <a:tabLst/>
                      <a:defRPr/>
                    </a:pPr>
                    <a:endParaRPr kumimoji="1" lang="ja-JP" altLang="en-US" sz="1600" b="0" i="0" u="none" strike="noStrike" kern="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egoe UI Semibold" panose="020B0702040204020203" pitchFamily="34" charset="0"/>
                      <a:ea typeface="メイリオ"/>
                      <a:cs typeface="Segoe UI Semibold" panose="020B0702040204020203" pitchFamily="34" charset="0"/>
                      <a:sym typeface="Arial"/>
                    </a:endParaRPr>
                  </a:p>
                </p:txBody>
              </p:sp>
            </p:grpSp>
            <p:sp>
              <p:nvSpPr>
                <p:cNvPr id="175" name="正方形/長方形 196">
                  <a:extLst>
                    <a:ext uri="{FF2B5EF4-FFF2-40B4-BE49-F238E27FC236}">
                      <a16:creationId xmlns:a16="http://schemas.microsoft.com/office/drawing/2014/main" id="{DFF3EFD9-087D-46FB-69C0-050CDD0E2A12}"/>
                    </a:ext>
                  </a:extLst>
                </p:cNvPr>
                <p:cNvSpPr/>
                <p:nvPr/>
              </p:nvSpPr>
              <p:spPr>
                <a:xfrm>
                  <a:off x="14354193" y="3511232"/>
                  <a:ext cx="177800" cy="1778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bg1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メイリオ"/>
                    <a:cs typeface="Segoe UI Semibold" panose="020B0702040204020203" pitchFamily="34" charset="0"/>
                    <a:sym typeface="Arial"/>
                  </a:endParaRPr>
                </a:p>
              </p:txBody>
            </p:sp>
            <p:sp>
              <p:nvSpPr>
                <p:cNvPr id="176" name="正方形/長方形 197">
                  <a:extLst>
                    <a:ext uri="{FF2B5EF4-FFF2-40B4-BE49-F238E27FC236}">
                      <a16:creationId xmlns:a16="http://schemas.microsoft.com/office/drawing/2014/main" id="{FCC11147-B8F5-CF50-7016-E1F92E032CF1}"/>
                    </a:ext>
                  </a:extLst>
                </p:cNvPr>
                <p:cNvSpPr/>
                <p:nvPr/>
              </p:nvSpPr>
              <p:spPr>
                <a:xfrm>
                  <a:off x="14354193" y="3734450"/>
                  <a:ext cx="177800" cy="1778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bg1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メイリオ"/>
                    <a:cs typeface="Segoe UI Semibold" panose="020B0702040204020203" pitchFamily="34" charset="0"/>
                    <a:sym typeface="Arial"/>
                  </a:endParaRPr>
                </a:p>
              </p:txBody>
            </p:sp>
            <p:cxnSp>
              <p:nvCxnSpPr>
                <p:cNvPr id="177" name="カギ線コネクタ 91">
                  <a:extLst>
                    <a:ext uri="{FF2B5EF4-FFF2-40B4-BE49-F238E27FC236}">
                      <a16:creationId xmlns:a16="http://schemas.microsoft.com/office/drawing/2014/main" id="{640747B9-6C27-B4C4-C26A-EB857DA878D1}"/>
                    </a:ext>
                  </a:extLst>
                </p:cNvPr>
                <p:cNvCxnSpPr>
                  <a:cxnSpLocks/>
                  <a:endCxn id="176" idx="0"/>
                </p:cNvCxnSpPr>
                <p:nvPr/>
              </p:nvCxnSpPr>
              <p:spPr>
                <a:xfrm>
                  <a:off x="13719070" y="3320461"/>
                  <a:ext cx="724023" cy="413989"/>
                </a:xfrm>
                <a:prstGeom prst="bentConnector2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線コネクタ 199">
                  <a:extLst>
                    <a:ext uri="{FF2B5EF4-FFF2-40B4-BE49-F238E27FC236}">
                      <a16:creationId xmlns:a16="http://schemas.microsoft.com/office/drawing/2014/main" id="{37E33064-B8E0-31EC-0125-E32BAE841FA4}"/>
                    </a:ext>
                  </a:extLst>
                </p:cNvPr>
                <p:cNvCxnSpPr>
                  <a:cxnSpLocks/>
                  <a:stCxn id="142" idx="2"/>
                </p:cNvCxnSpPr>
                <p:nvPr/>
              </p:nvCxnSpPr>
              <p:spPr>
                <a:xfrm>
                  <a:off x="14087355" y="2810394"/>
                  <a:ext cx="0" cy="51006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カギ線コネクタ 93">
                  <a:extLst>
                    <a:ext uri="{FF2B5EF4-FFF2-40B4-BE49-F238E27FC236}">
                      <a16:creationId xmlns:a16="http://schemas.microsoft.com/office/drawing/2014/main" id="{D2A69159-B671-918A-41A6-DD262DB9F5CC}"/>
                    </a:ext>
                  </a:extLst>
                </p:cNvPr>
                <p:cNvCxnSpPr>
                  <a:cxnSpLocks/>
                  <a:stCxn id="181" idx="0"/>
                  <a:endCxn id="183" idx="0"/>
                </p:cNvCxnSpPr>
                <p:nvPr/>
              </p:nvCxnSpPr>
              <p:spPr>
                <a:xfrm rot="5400000" flipH="1" flipV="1">
                  <a:off x="13719071" y="3252629"/>
                  <a:ext cx="12700" cy="529907"/>
                </a:xfrm>
                <a:prstGeom prst="bentConnector3">
                  <a:avLst>
                    <a:gd name="adj1" fmla="val 1049984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線コネクタ 201">
                  <a:extLst>
                    <a:ext uri="{FF2B5EF4-FFF2-40B4-BE49-F238E27FC236}">
                      <a16:creationId xmlns:a16="http://schemas.microsoft.com/office/drawing/2014/main" id="{DB32204F-FC9F-DDF3-7447-FBADB5CBBA0D}"/>
                    </a:ext>
                  </a:extLst>
                </p:cNvPr>
                <p:cNvCxnSpPr>
                  <a:cxnSpLocks/>
                  <a:endCxn id="182" idx="0"/>
                </p:cNvCxnSpPr>
                <p:nvPr/>
              </p:nvCxnSpPr>
              <p:spPr>
                <a:xfrm>
                  <a:off x="13719071" y="3314111"/>
                  <a:ext cx="0" cy="203471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4" name="直線コネクタ 165">
                <a:extLst>
                  <a:ext uri="{FF2B5EF4-FFF2-40B4-BE49-F238E27FC236}">
                    <a16:creationId xmlns:a16="http://schemas.microsoft.com/office/drawing/2014/main" id="{B820FC34-F93F-9C06-8CBD-206480F2F96F}"/>
                  </a:ext>
                </a:extLst>
              </p:cNvPr>
              <p:cNvCxnSpPr>
                <a:cxnSpLocks/>
                <a:stCxn id="146" idx="0"/>
                <a:endCxn id="147" idx="0"/>
              </p:cNvCxnSpPr>
              <p:nvPr/>
            </p:nvCxnSpPr>
            <p:spPr>
              <a:xfrm>
                <a:off x="9362665" y="3196011"/>
                <a:ext cx="0" cy="132812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グループ化 166">
                <a:extLst>
                  <a:ext uri="{FF2B5EF4-FFF2-40B4-BE49-F238E27FC236}">
                    <a16:creationId xmlns:a16="http://schemas.microsoft.com/office/drawing/2014/main" id="{821C2DA5-A101-DE40-CBEE-63CB71B09BE1}"/>
                  </a:ext>
                </a:extLst>
              </p:cNvPr>
              <p:cNvGrpSpPr/>
              <p:nvPr/>
            </p:nvGrpSpPr>
            <p:grpSpPr>
              <a:xfrm>
                <a:off x="8721344" y="3199790"/>
                <a:ext cx="421076" cy="105788"/>
                <a:chOff x="6960051" y="3583600"/>
                <a:chExt cx="707707" cy="177800"/>
              </a:xfrm>
            </p:grpSpPr>
            <p:sp>
              <p:nvSpPr>
                <p:cNvPr id="171" name="正方形/長方形 192">
                  <a:extLst>
                    <a:ext uri="{FF2B5EF4-FFF2-40B4-BE49-F238E27FC236}">
                      <a16:creationId xmlns:a16="http://schemas.microsoft.com/office/drawing/2014/main" id="{FED9AB3C-5D48-2747-C5A0-E18B2A70AFF6}"/>
                    </a:ext>
                  </a:extLst>
                </p:cNvPr>
                <p:cNvSpPr/>
                <p:nvPr/>
              </p:nvSpPr>
              <p:spPr>
                <a:xfrm>
                  <a:off x="6960051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メイリオ"/>
                    <a:cs typeface="Segoe UI Semibold" panose="020B0702040204020203" pitchFamily="34" charset="0"/>
                    <a:sym typeface="Arial"/>
                  </a:endParaRPr>
                </a:p>
              </p:txBody>
            </p:sp>
            <p:sp>
              <p:nvSpPr>
                <p:cNvPr id="172" name="正方形/長方形 193">
                  <a:extLst>
                    <a:ext uri="{FF2B5EF4-FFF2-40B4-BE49-F238E27FC236}">
                      <a16:creationId xmlns:a16="http://schemas.microsoft.com/office/drawing/2014/main" id="{7E09F08C-2811-3B10-3C6B-518C061C54D3}"/>
                    </a:ext>
                  </a:extLst>
                </p:cNvPr>
                <p:cNvSpPr/>
                <p:nvPr/>
              </p:nvSpPr>
              <p:spPr>
                <a:xfrm>
                  <a:off x="7225004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メイリオ"/>
                    <a:cs typeface="Segoe UI Semibold" panose="020B0702040204020203" pitchFamily="34" charset="0"/>
                    <a:sym typeface="Arial"/>
                  </a:endParaRPr>
                </a:p>
              </p:txBody>
            </p:sp>
            <p:sp>
              <p:nvSpPr>
                <p:cNvPr id="173" name="正方形/長方形 194">
                  <a:extLst>
                    <a:ext uri="{FF2B5EF4-FFF2-40B4-BE49-F238E27FC236}">
                      <a16:creationId xmlns:a16="http://schemas.microsoft.com/office/drawing/2014/main" id="{71C59F43-C5F3-E410-D71B-A10C39DC04A3}"/>
                    </a:ext>
                  </a:extLst>
                </p:cNvPr>
                <p:cNvSpPr/>
                <p:nvPr/>
              </p:nvSpPr>
              <p:spPr>
                <a:xfrm>
                  <a:off x="7489958" y="3583600"/>
                  <a:ext cx="177800" cy="177800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1270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0">
                    <a:lnSpc>
                      <a:spcPts val="2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418C"/>
                    </a:buClr>
                    <a:buSzTx/>
                    <a:buFont typeface="Wingdings" panose="05000000000000000000" pitchFamily="2" charset="2"/>
                    <a:buChar char="§"/>
                    <a:tabLst/>
                    <a:defRPr/>
                  </a:pPr>
                  <a:endParaRPr kumimoji="1" lang="ja-JP" altLang="en-US" sz="1600" b="0" i="0" u="none" strike="noStrike" kern="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 Semibold" panose="020B0702040204020203" pitchFamily="34" charset="0"/>
                    <a:ea typeface="メイリオ"/>
                    <a:cs typeface="Segoe UI Semibold" panose="020B0702040204020203" pitchFamily="34" charset="0"/>
                    <a:sym typeface="Arial"/>
                  </a:endParaRPr>
                </a:p>
              </p:txBody>
            </p:sp>
          </p:grpSp>
          <p:sp>
            <p:nvSpPr>
              <p:cNvPr id="146" name="正方形/長方形 167">
                <a:extLst>
                  <a:ext uri="{FF2B5EF4-FFF2-40B4-BE49-F238E27FC236}">
                    <a16:creationId xmlns:a16="http://schemas.microsoft.com/office/drawing/2014/main" id="{AEB646B3-59DB-EBF4-B052-0AADCD800686}"/>
                  </a:ext>
                </a:extLst>
              </p:cNvPr>
              <p:cNvSpPr/>
              <p:nvPr/>
            </p:nvSpPr>
            <p:spPr>
              <a:xfrm>
                <a:off x="9309771" y="3196011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47" name="正方形/長方形 168">
                <a:extLst>
                  <a:ext uri="{FF2B5EF4-FFF2-40B4-BE49-F238E27FC236}">
                    <a16:creationId xmlns:a16="http://schemas.microsoft.com/office/drawing/2014/main" id="{58F18472-5AFD-699D-81C4-364C5157BBA8}"/>
                  </a:ext>
                </a:extLst>
              </p:cNvPr>
              <p:cNvSpPr/>
              <p:nvPr/>
            </p:nvSpPr>
            <p:spPr>
              <a:xfrm>
                <a:off x="9309771" y="3328823"/>
                <a:ext cx="105788" cy="10578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cxnSp>
            <p:nvCxnSpPr>
              <p:cNvPr id="148" name="カギ線コネクタ 91">
                <a:extLst>
                  <a:ext uri="{FF2B5EF4-FFF2-40B4-BE49-F238E27FC236}">
                    <a16:creationId xmlns:a16="http://schemas.microsoft.com/office/drawing/2014/main" id="{1DD14713-DF81-A175-B9D5-F3F573B79A13}"/>
                  </a:ext>
                </a:extLst>
              </p:cNvPr>
              <p:cNvCxnSpPr>
                <a:cxnSpLocks/>
                <a:endCxn id="146" idx="0"/>
              </p:cNvCxnSpPr>
              <p:nvPr/>
            </p:nvCxnSpPr>
            <p:spPr>
              <a:xfrm>
                <a:off x="8931881" y="3082505"/>
                <a:ext cx="430783" cy="113506"/>
              </a:xfrm>
              <a:prstGeom prst="bentConnector2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カギ線コネクタ 93">
                <a:extLst>
                  <a:ext uri="{FF2B5EF4-FFF2-40B4-BE49-F238E27FC236}">
                    <a16:creationId xmlns:a16="http://schemas.microsoft.com/office/drawing/2014/main" id="{7B1F8788-9220-816D-EC5E-5ADC7D8B33BD}"/>
                  </a:ext>
                </a:extLst>
              </p:cNvPr>
              <p:cNvCxnSpPr>
                <a:cxnSpLocks/>
                <a:stCxn id="171" idx="0"/>
                <a:endCxn id="173" idx="0"/>
              </p:cNvCxnSpPr>
              <p:nvPr/>
            </p:nvCxnSpPr>
            <p:spPr>
              <a:xfrm rot="5400000" flipH="1" flipV="1">
                <a:off x="8931882" y="3042146"/>
                <a:ext cx="7557" cy="315288"/>
              </a:xfrm>
              <a:prstGeom prst="bentConnector3">
                <a:avLst>
                  <a:gd name="adj1" fmla="val 1049984"/>
                </a:avLst>
              </a:prstGeom>
              <a:ln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線コネクタ 171">
                <a:extLst>
                  <a:ext uri="{FF2B5EF4-FFF2-40B4-BE49-F238E27FC236}">
                    <a16:creationId xmlns:a16="http://schemas.microsoft.com/office/drawing/2014/main" id="{8E8CB3E4-F856-017A-5DB7-C0CB61C69CBF}"/>
                  </a:ext>
                </a:extLst>
              </p:cNvPr>
              <p:cNvCxnSpPr>
                <a:cxnSpLocks/>
                <a:endCxn id="172" idx="0"/>
              </p:cNvCxnSpPr>
              <p:nvPr/>
            </p:nvCxnSpPr>
            <p:spPr>
              <a:xfrm>
                <a:off x="8931882" y="3078727"/>
                <a:ext cx="0" cy="121062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正方形/長方形 172">
                <a:extLst>
                  <a:ext uri="{FF2B5EF4-FFF2-40B4-BE49-F238E27FC236}">
                    <a16:creationId xmlns:a16="http://schemas.microsoft.com/office/drawing/2014/main" id="{A3830CFC-E4DF-E13B-A719-7D8B9A841E8D}"/>
                  </a:ext>
                </a:extLst>
              </p:cNvPr>
              <p:cNvSpPr/>
              <p:nvPr/>
            </p:nvSpPr>
            <p:spPr>
              <a:xfrm>
                <a:off x="10740771" y="2861349"/>
                <a:ext cx="283406" cy="123327"/>
              </a:xfrm>
              <a:prstGeom prst="rect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52" name="正方形/長方形 173">
                <a:extLst>
                  <a:ext uri="{FF2B5EF4-FFF2-40B4-BE49-F238E27FC236}">
                    <a16:creationId xmlns:a16="http://schemas.microsoft.com/office/drawing/2014/main" id="{5F65B06B-BC08-410B-0AF6-61CDF2C555E6}"/>
                  </a:ext>
                </a:extLst>
              </p:cNvPr>
              <p:cNvSpPr/>
              <p:nvPr/>
            </p:nvSpPr>
            <p:spPr>
              <a:xfrm>
                <a:off x="10948170" y="3258890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53" name="正方形/長方形 174">
                <a:extLst>
                  <a:ext uri="{FF2B5EF4-FFF2-40B4-BE49-F238E27FC236}">
                    <a16:creationId xmlns:a16="http://schemas.microsoft.com/office/drawing/2014/main" id="{9CAC9372-AC5D-A730-71AF-2CB7137C592E}"/>
                  </a:ext>
                </a:extLst>
              </p:cNvPr>
              <p:cNvSpPr/>
              <p:nvPr/>
            </p:nvSpPr>
            <p:spPr>
              <a:xfrm>
                <a:off x="10948170" y="3378402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54" name="正方形/長方形 175">
                <a:extLst>
                  <a:ext uri="{FF2B5EF4-FFF2-40B4-BE49-F238E27FC236}">
                    <a16:creationId xmlns:a16="http://schemas.microsoft.com/office/drawing/2014/main" id="{379AC4B2-7AD9-8EE1-950E-B4FBF1B2F102}"/>
                  </a:ext>
                </a:extLst>
              </p:cNvPr>
              <p:cNvSpPr/>
              <p:nvPr/>
            </p:nvSpPr>
            <p:spPr>
              <a:xfrm>
                <a:off x="10948170" y="3507376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55" name="正方形/長方形 176">
                <a:extLst>
                  <a:ext uri="{FF2B5EF4-FFF2-40B4-BE49-F238E27FC236}">
                    <a16:creationId xmlns:a16="http://schemas.microsoft.com/office/drawing/2014/main" id="{EBEA0301-3146-2B5D-30D9-C0A02000A024}"/>
                  </a:ext>
                </a:extLst>
              </p:cNvPr>
              <p:cNvSpPr/>
              <p:nvPr/>
            </p:nvSpPr>
            <p:spPr>
              <a:xfrm>
                <a:off x="10948170" y="3626888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sp>
            <p:nvSpPr>
              <p:cNvPr id="156" name="正方形/長方形 177">
                <a:extLst>
                  <a:ext uri="{FF2B5EF4-FFF2-40B4-BE49-F238E27FC236}">
                    <a16:creationId xmlns:a16="http://schemas.microsoft.com/office/drawing/2014/main" id="{0D2F72D5-02DC-2695-B070-2DF61CBBB3FC}"/>
                  </a:ext>
                </a:extLst>
              </p:cNvPr>
              <p:cNvSpPr/>
              <p:nvPr/>
            </p:nvSpPr>
            <p:spPr>
              <a:xfrm>
                <a:off x="10732519" y="3626888"/>
                <a:ext cx="105788" cy="10578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  <a:sym typeface="Arial"/>
                </a:endParaRPr>
              </a:p>
            </p:txBody>
          </p:sp>
          <p:cxnSp>
            <p:nvCxnSpPr>
              <p:cNvPr id="157" name="直線コネクタ 178">
                <a:extLst>
                  <a:ext uri="{FF2B5EF4-FFF2-40B4-BE49-F238E27FC236}">
                    <a16:creationId xmlns:a16="http://schemas.microsoft.com/office/drawing/2014/main" id="{21664F7A-C22F-B110-D555-3D832D62FEC1}"/>
                  </a:ext>
                </a:extLst>
              </p:cNvPr>
              <p:cNvCxnSpPr>
                <a:cxnSpLocks/>
                <a:stCxn id="156" idx="3"/>
                <a:endCxn id="155" idx="1"/>
              </p:cNvCxnSpPr>
              <p:nvPr/>
            </p:nvCxnSpPr>
            <p:spPr>
              <a:xfrm>
                <a:off x="10838307" y="3679782"/>
                <a:ext cx="10986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線コネクタ 179">
                <a:extLst>
                  <a:ext uri="{FF2B5EF4-FFF2-40B4-BE49-F238E27FC236}">
                    <a16:creationId xmlns:a16="http://schemas.microsoft.com/office/drawing/2014/main" id="{7F7DF4EF-8E0F-12CF-57F5-E0C93B96DF09}"/>
                  </a:ext>
                </a:extLst>
              </p:cNvPr>
              <p:cNvCxnSpPr>
                <a:cxnSpLocks/>
                <a:stCxn id="151" idx="2"/>
              </p:cNvCxnSpPr>
              <p:nvPr/>
            </p:nvCxnSpPr>
            <p:spPr>
              <a:xfrm>
                <a:off x="10882474" y="2984676"/>
                <a:ext cx="0" cy="68564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線コネクタ 180">
                <a:extLst>
                  <a:ext uri="{FF2B5EF4-FFF2-40B4-BE49-F238E27FC236}">
                    <a16:creationId xmlns:a16="http://schemas.microsoft.com/office/drawing/2014/main" id="{8CE6D901-8F6A-A613-F903-15A66845A5E9}"/>
                  </a:ext>
                </a:extLst>
              </p:cNvPr>
              <p:cNvCxnSpPr>
                <a:cxnSpLocks/>
                <a:endCxn id="152" idx="1"/>
              </p:cNvCxnSpPr>
              <p:nvPr/>
            </p:nvCxnSpPr>
            <p:spPr>
              <a:xfrm>
                <a:off x="10882769" y="3311784"/>
                <a:ext cx="6540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線コネクタ 181">
                <a:extLst>
                  <a:ext uri="{FF2B5EF4-FFF2-40B4-BE49-F238E27FC236}">
                    <a16:creationId xmlns:a16="http://schemas.microsoft.com/office/drawing/2014/main" id="{66B91960-9279-09DB-07A0-8D22B6F4AFE6}"/>
                  </a:ext>
                </a:extLst>
              </p:cNvPr>
              <p:cNvCxnSpPr>
                <a:cxnSpLocks/>
                <a:endCxn id="153" idx="1"/>
              </p:cNvCxnSpPr>
              <p:nvPr/>
            </p:nvCxnSpPr>
            <p:spPr>
              <a:xfrm>
                <a:off x="10882769" y="3431296"/>
                <a:ext cx="6540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線コネクタ 182">
                <a:extLst>
                  <a:ext uri="{FF2B5EF4-FFF2-40B4-BE49-F238E27FC236}">
                    <a16:creationId xmlns:a16="http://schemas.microsoft.com/office/drawing/2014/main" id="{A7E7BD63-CEF8-21C9-FAC6-CA64360835D2}"/>
                  </a:ext>
                </a:extLst>
              </p:cNvPr>
              <p:cNvCxnSpPr>
                <a:cxnSpLocks/>
                <a:endCxn id="154" idx="1"/>
              </p:cNvCxnSpPr>
              <p:nvPr/>
            </p:nvCxnSpPr>
            <p:spPr>
              <a:xfrm>
                <a:off x="10882769" y="3560270"/>
                <a:ext cx="6540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コネクタ 183">
                <a:extLst>
                  <a:ext uri="{FF2B5EF4-FFF2-40B4-BE49-F238E27FC236}">
                    <a16:creationId xmlns:a16="http://schemas.microsoft.com/office/drawing/2014/main" id="{9D4C2BDB-B37F-9AB8-3A28-BD4419009738}"/>
                  </a:ext>
                </a:extLst>
              </p:cNvPr>
              <p:cNvCxnSpPr>
                <a:cxnSpLocks/>
                <a:stCxn id="142" idx="3"/>
                <a:endCxn id="151" idx="1"/>
              </p:cNvCxnSpPr>
              <p:nvPr/>
            </p:nvCxnSpPr>
            <p:spPr>
              <a:xfrm flipV="1">
                <a:off x="9602347" y="2923013"/>
                <a:ext cx="1138424" cy="16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コネクタ: カギ線 184">
                <a:extLst>
                  <a:ext uri="{FF2B5EF4-FFF2-40B4-BE49-F238E27FC236}">
                    <a16:creationId xmlns:a16="http://schemas.microsoft.com/office/drawing/2014/main" id="{55550FB9-A240-DD08-CD9E-5582A6B489FE}"/>
                  </a:ext>
                </a:extLst>
              </p:cNvPr>
              <p:cNvCxnSpPr>
                <a:cxnSpLocks/>
                <a:stCxn id="131" idx="3"/>
                <a:endCxn id="151" idx="0"/>
              </p:cNvCxnSpPr>
              <p:nvPr/>
            </p:nvCxnSpPr>
            <p:spPr>
              <a:xfrm>
                <a:off x="10657790" y="2592057"/>
                <a:ext cx="224684" cy="269292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コネクタ: カギ線 185">
                <a:extLst>
                  <a:ext uri="{FF2B5EF4-FFF2-40B4-BE49-F238E27FC236}">
                    <a16:creationId xmlns:a16="http://schemas.microsoft.com/office/drawing/2014/main" id="{4312360E-A8F5-8469-C118-B8E1830A2EBB}"/>
                  </a:ext>
                </a:extLst>
              </p:cNvPr>
              <p:cNvCxnSpPr>
                <a:cxnSpLocks/>
                <a:stCxn id="130" idx="2"/>
                <a:endCxn id="142" idx="1"/>
              </p:cNvCxnSpPr>
              <p:nvPr/>
            </p:nvCxnSpPr>
            <p:spPr>
              <a:xfrm rot="16200000" flipH="1">
                <a:off x="9098961" y="2704656"/>
                <a:ext cx="270916" cy="169045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コネクタ: カギ線 186">
                <a:extLst>
                  <a:ext uri="{FF2B5EF4-FFF2-40B4-BE49-F238E27FC236}">
                    <a16:creationId xmlns:a16="http://schemas.microsoft.com/office/drawing/2014/main" id="{E2887F66-7DAB-1007-0057-F29FA9A14BCF}"/>
                  </a:ext>
                </a:extLst>
              </p:cNvPr>
              <p:cNvCxnSpPr>
                <a:cxnSpLocks/>
                <a:stCxn id="130" idx="0"/>
                <a:endCxn id="131" idx="0"/>
              </p:cNvCxnSpPr>
              <p:nvPr/>
            </p:nvCxnSpPr>
            <p:spPr>
              <a:xfrm rot="5400000" flipH="1" flipV="1">
                <a:off x="9832992" y="1847299"/>
                <a:ext cx="7557" cy="1366191"/>
              </a:xfrm>
              <a:prstGeom prst="bentConnector3">
                <a:avLst>
                  <a:gd name="adj1" fmla="val 999984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コネクタ: カギ線 187">
                <a:extLst>
                  <a:ext uri="{FF2B5EF4-FFF2-40B4-BE49-F238E27FC236}">
                    <a16:creationId xmlns:a16="http://schemas.microsoft.com/office/drawing/2014/main" id="{FF3D0721-C0EC-382B-76D5-9068441A8C86}"/>
                  </a:ext>
                </a:extLst>
              </p:cNvPr>
              <p:cNvCxnSpPr>
                <a:cxnSpLocks/>
                <a:stCxn id="130" idx="3"/>
                <a:endCxn id="129" idx="0"/>
              </p:cNvCxnSpPr>
              <p:nvPr/>
            </p:nvCxnSpPr>
            <p:spPr>
              <a:xfrm>
                <a:off x="9291599" y="2592058"/>
                <a:ext cx="671363" cy="44983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コネクタ: カギ線 188">
                <a:extLst>
                  <a:ext uri="{FF2B5EF4-FFF2-40B4-BE49-F238E27FC236}">
                    <a16:creationId xmlns:a16="http://schemas.microsoft.com/office/drawing/2014/main" id="{108BED68-CF48-A767-4AFB-DF7C580EB032}"/>
                  </a:ext>
                </a:extLst>
              </p:cNvPr>
              <p:cNvCxnSpPr>
                <a:cxnSpLocks/>
                <a:stCxn id="131" idx="1"/>
                <a:endCxn id="129" idx="3"/>
              </p:cNvCxnSpPr>
              <p:nvPr/>
            </p:nvCxnSpPr>
            <p:spPr>
              <a:xfrm rot="10800000" flipV="1">
                <a:off x="10189908" y="2592058"/>
                <a:ext cx="184478" cy="125405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コネクタ: カギ線 189">
                <a:extLst>
                  <a:ext uri="{FF2B5EF4-FFF2-40B4-BE49-F238E27FC236}">
                    <a16:creationId xmlns:a16="http://schemas.microsoft.com/office/drawing/2014/main" id="{F52C4E7A-9603-83B8-B689-A47745B0B792}"/>
                  </a:ext>
                </a:extLst>
              </p:cNvPr>
              <p:cNvCxnSpPr>
                <a:cxnSpLocks/>
                <a:stCxn id="142" idx="0"/>
                <a:endCxn id="129" idx="1"/>
              </p:cNvCxnSpPr>
              <p:nvPr/>
            </p:nvCxnSpPr>
            <p:spPr>
              <a:xfrm rot="5400000" flipH="1" flipV="1">
                <a:off x="9525576" y="2652533"/>
                <a:ext cx="145509" cy="275371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コネクタ: カギ線 190">
                <a:extLst>
                  <a:ext uri="{FF2B5EF4-FFF2-40B4-BE49-F238E27FC236}">
                    <a16:creationId xmlns:a16="http://schemas.microsoft.com/office/drawing/2014/main" id="{85247882-3204-7B05-F63C-D83E5A0F246D}"/>
                  </a:ext>
                </a:extLst>
              </p:cNvPr>
              <p:cNvCxnSpPr>
                <a:cxnSpLocks/>
                <a:stCxn id="151" idx="0"/>
                <a:endCxn id="129" idx="2"/>
              </p:cNvCxnSpPr>
              <p:nvPr/>
            </p:nvCxnSpPr>
            <p:spPr>
              <a:xfrm rot="16200000" flipV="1">
                <a:off x="10390988" y="2369860"/>
                <a:ext cx="63464" cy="919513"/>
              </a:xfrm>
              <a:prstGeom prst="bentConnector3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コネクタ: カギ線 191">
                <a:extLst>
                  <a:ext uri="{FF2B5EF4-FFF2-40B4-BE49-F238E27FC236}">
                    <a16:creationId xmlns:a16="http://schemas.microsoft.com/office/drawing/2014/main" id="{9F00A6FC-C2B7-8E81-136D-27E9268EDC79}"/>
                  </a:ext>
                </a:extLst>
              </p:cNvPr>
              <p:cNvCxnSpPr>
                <a:cxnSpLocks/>
                <a:endCxn id="130" idx="1"/>
              </p:cNvCxnSpPr>
              <p:nvPr/>
            </p:nvCxnSpPr>
            <p:spPr>
              <a:xfrm rot="16200000" flipV="1">
                <a:off x="8827259" y="2772992"/>
                <a:ext cx="490447" cy="128578"/>
              </a:xfrm>
              <a:prstGeom prst="bentConnector4">
                <a:avLst>
                  <a:gd name="adj1" fmla="val 22915"/>
                  <a:gd name="adj2" fmla="val 205783"/>
                </a:avLst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正方形/長方形 138">
              <a:extLst>
                <a:ext uri="{FF2B5EF4-FFF2-40B4-BE49-F238E27FC236}">
                  <a16:creationId xmlns:a16="http://schemas.microsoft.com/office/drawing/2014/main" id="{C02C83AF-D47C-B2B4-6181-03F3B993EF32}"/>
                </a:ext>
              </a:extLst>
            </p:cNvPr>
            <p:cNvSpPr/>
            <p:nvPr/>
          </p:nvSpPr>
          <p:spPr>
            <a:xfrm>
              <a:off x="6763487" y="3708978"/>
              <a:ext cx="235708" cy="102571"/>
            </a:xfrm>
            <a:prstGeom prst="rect">
              <a:avLst/>
            </a:prstGeom>
            <a:solidFill>
              <a:schemeClr val="tx2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18C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ja-JP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メイリオ"/>
                <a:cs typeface="Segoe UI Semibold" panose="020B0702040204020203" pitchFamily="34" charset="0"/>
              </a:endParaRPr>
            </a:p>
          </p:txBody>
        </p:sp>
        <p:sp>
          <p:nvSpPr>
            <p:cNvPr id="118" name="正方形/長方形 139">
              <a:extLst>
                <a:ext uri="{FF2B5EF4-FFF2-40B4-BE49-F238E27FC236}">
                  <a16:creationId xmlns:a16="http://schemas.microsoft.com/office/drawing/2014/main" id="{E37AB288-7FC7-ABFD-7330-BB50C729569B}"/>
                </a:ext>
              </a:extLst>
            </p:cNvPr>
            <p:cNvSpPr/>
            <p:nvPr/>
          </p:nvSpPr>
          <p:spPr>
            <a:xfrm>
              <a:off x="6866948" y="3915435"/>
              <a:ext cx="235708" cy="102571"/>
            </a:xfrm>
            <a:prstGeom prst="rect">
              <a:avLst/>
            </a:prstGeom>
            <a:solidFill>
              <a:schemeClr val="tx2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18C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ja-JP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メイリオ"/>
                <a:cs typeface="Segoe UI Semibold" panose="020B0702040204020203" pitchFamily="34" charset="0"/>
              </a:endParaRPr>
            </a:p>
          </p:txBody>
        </p:sp>
        <p:sp>
          <p:nvSpPr>
            <p:cNvPr id="119" name="正方形/長方形 140">
              <a:extLst>
                <a:ext uri="{FF2B5EF4-FFF2-40B4-BE49-F238E27FC236}">
                  <a16:creationId xmlns:a16="http://schemas.microsoft.com/office/drawing/2014/main" id="{E3E2303E-496F-7074-0D25-CDFDD8E05E4B}"/>
                </a:ext>
              </a:extLst>
            </p:cNvPr>
            <p:cNvSpPr/>
            <p:nvPr/>
          </p:nvSpPr>
          <p:spPr>
            <a:xfrm>
              <a:off x="6720387" y="4140152"/>
              <a:ext cx="87984" cy="87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418C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endParaRPr kumimoji="1" lang="ja-JP" alt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メイリオ"/>
                <a:cs typeface="Segoe UI Semibold" panose="020B0702040204020203" pitchFamily="34" charset="0"/>
              </a:endParaRPr>
            </a:p>
          </p:txBody>
        </p:sp>
        <p:grpSp>
          <p:nvGrpSpPr>
            <p:cNvPr id="120" name="グループ化 141">
              <a:extLst>
                <a:ext uri="{FF2B5EF4-FFF2-40B4-BE49-F238E27FC236}">
                  <a16:creationId xmlns:a16="http://schemas.microsoft.com/office/drawing/2014/main" id="{C6843EED-EF6B-A062-807C-88C1BAC42843}"/>
                </a:ext>
              </a:extLst>
            </p:cNvPr>
            <p:cNvGrpSpPr/>
            <p:nvPr/>
          </p:nvGrpSpPr>
          <p:grpSpPr>
            <a:xfrm>
              <a:off x="6890317" y="4140152"/>
              <a:ext cx="188968" cy="87984"/>
              <a:chOff x="9335528" y="3518292"/>
              <a:chExt cx="381872" cy="177800"/>
            </a:xfrm>
          </p:grpSpPr>
          <p:sp>
            <p:nvSpPr>
              <p:cNvPr id="127" name="正方形/長方形 148">
                <a:extLst>
                  <a:ext uri="{FF2B5EF4-FFF2-40B4-BE49-F238E27FC236}">
                    <a16:creationId xmlns:a16="http://schemas.microsoft.com/office/drawing/2014/main" id="{9D8498B6-2C84-509E-D985-CB0C41FB1EA2}"/>
                  </a:ext>
                </a:extLst>
              </p:cNvPr>
              <p:cNvSpPr/>
              <p:nvPr/>
            </p:nvSpPr>
            <p:spPr>
              <a:xfrm>
                <a:off x="9335528" y="3518292"/>
                <a:ext cx="177800" cy="1778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128" name="正方形/長方形 149">
                <a:extLst>
                  <a:ext uri="{FF2B5EF4-FFF2-40B4-BE49-F238E27FC236}">
                    <a16:creationId xmlns:a16="http://schemas.microsoft.com/office/drawing/2014/main" id="{6AA35341-C154-EB33-4626-37FDA9832F89}"/>
                  </a:ext>
                </a:extLst>
              </p:cNvPr>
              <p:cNvSpPr/>
              <p:nvPr/>
            </p:nvSpPr>
            <p:spPr>
              <a:xfrm>
                <a:off x="9539600" y="3518292"/>
                <a:ext cx="177800" cy="1778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418C"/>
                  </a:buClr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1" lang="ja-JP" altLang="en-US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メイリオ"/>
                  <a:cs typeface="Segoe UI Semibold" panose="020B0702040204020203" pitchFamily="34" charset="0"/>
                </a:endParaRPr>
              </a:p>
            </p:txBody>
          </p:sp>
        </p:grpSp>
        <p:cxnSp>
          <p:nvCxnSpPr>
            <p:cNvPr id="121" name="カギ線コネクタ 106">
              <a:extLst>
                <a:ext uri="{FF2B5EF4-FFF2-40B4-BE49-F238E27FC236}">
                  <a16:creationId xmlns:a16="http://schemas.microsoft.com/office/drawing/2014/main" id="{50CA18BE-8B86-A924-0AF8-3C68591A6E37}"/>
                </a:ext>
              </a:extLst>
            </p:cNvPr>
            <p:cNvCxnSpPr>
              <a:cxnSpLocks/>
              <a:stCxn id="119" idx="0"/>
              <a:endCxn id="118" idx="0"/>
            </p:cNvCxnSpPr>
            <p:nvPr/>
          </p:nvCxnSpPr>
          <p:spPr>
            <a:xfrm rot="5400000" flipH="1" flipV="1">
              <a:off x="6762232" y="3917583"/>
              <a:ext cx="224717" cy="220422"/>
            </a:xfrm>
            <a:prstGeom prst="bentConnector3">
              <a:avLst>
                <a:gd name="adj1" fmla="val 115730"/>
              </a:avLst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カギ線コネクタ 107">
              <a:extLst>
                <a:ext uri="{FF2B5EF4-FFF2-40B4-BE49-F238E27FC236}">
                  <a16:creationId xmlns:a16="http://schemas.microsoft.com/office/drawing/2014/main" id="{147D3121-2EFB-83B4-A372-0DC5AFD59F54}"/>
                </a:ext>
              </a:extLst>
            </p:cNvPr>
            <p:cNvCxnSpPr>
              <a:cxnSpLocks/>
              <a:stCxn id="127" idx="0"/>
              <a:endCxn id="128" idx="0"/>
            </p:cNvCxnSpPr>
            <p:nvPr/>
          </p:nvCxnSpPr>
          <p:spPr>
            <a:xfrm rot="5400000" flipH="1" flipV="1">
              <a:off x="6984801" y="4089660"/>
              <a:ext cx="6285" cy="100984"/>
            </a:xfrm>
            <a:prstGeom prst="bentConnector3">
              <a:avLst>
                <a:gd name="adj1" fmla="val 1025000"/>
              </a:avLst>
            </a:prstGeom>
            <a:ln>
              <a:solidFill>
                <a:schemeClr val="accent6">
                  <a:lumMod val="7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コネクタ 144">
              <a:extLst>
                <a:ext uri="{FF2B5EF4-FFF2-40B4-BE49-F238E27FC236}">
                  <a16:creationId xmlns:a16="http://schemas.microsoft.com/office/drawing/2014/main" id="{2E4A383F-EB79-E8C9-B0BE-2F8688A03D48}"/>
                </a:ext>
              </a:extLst>
            </p:cNvPr>
            <p:cNvCxnSpPr>
              <a:cxnSpLocks/>
              <a:stCxn id="117" idx="2"/>
            </p:cNvCxnSpPr>
            <p:nvPr/>
          </p:nvCxnSpPr>
          <p:spPr>
            <a:xfrm flipH="1">
              <a:off x="6881152" y="3811548"/>
              <a:ext cx="189" cy="62887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コネクタ 145">
              <a:extLst>
                <a:ext uri="{FF2B5EF4-FFF2-40B4-BE49-F238E27FC236}">
                  <a16:creationId xmlns:a16="http://schemas.microsoft.com/office/drawing/2014/main" id="{2C458194-9A3D-A0EC-F0DB-F5AE4DBEB0B6}"/>
                </a:ext>
              </a:extLst>
            </p:cNvPr>
            <p:cNvCxnSpPr>
              <a:cxnSpLocks/>
              <a:stCxn id="118" idx="2"/>
            </p:cNvCxnSpPr>
            <p:nvPr/>
          </p:nvCxnSpPr>
          <p:spPr>
            <a:xfrm>
              <a:off x="6984801" y="4018005"/>
              <a:ext cx="0" cy="57928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46">
              <a:extLst>
                <a:ext uri="{FF2B5EF4-FFF2-40B4-BE49-F238E27FC236}">
                  <a16:creationId xmlns:a16="http://schemas.microsoft.com/office/drawing/2014/main" id="{B0F8CC5B-1BA1-51BB-956A-2091B001852B}"/>
                </a:ext>
              </a:extLst>
            </p:cNvPr>
            <p:cNvCxnSpPr>
              <a:cxnSpLocks/>
              <a:stCxn id="117" idx="0"/>
            </p:cNvCxnSpPr>
            <p:nvPr/>
          </p:nvCxnSpPr>
          <p:spPr>
            <a:xfrm flipH="1" flipV="1">
              <a:off x="6881152" y="3598990"/>
              <a:ext cx="189" cy="109989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テキスト ボックス 147">
              <a:extLst>
                <a:ext uri="{FF2B5EF4-FFF2-40B4-BE49-F238E27FC236}">
                  <a16:creationId xmlns:a16="http://schemas.microsoft.com/office/drawing/2014/main" id="{2DBDB332-F579-F73C-2CB2-F9BCA96F49AA}"/>
                </a:ext>
              </a:extLst>
            </p:cNvPr>
            <p:cNvSpPr txBox="1"/>
            <p:nvPr/>
          </p:nvSpPr>
          <p:spPr>
            <a:xfrm>
              <a:off x="4784663" y="4346273"/>
              <a:ext cx="3950528" cy="553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b="1" dirty="0">
                  <a:solidFill>
                    <a:schemeClr val="bg1"/>
                  </a:solidFill>
                  <a:cs typeface="Segoe UI Semibold" panose="020B0702040204020203" pitchFamily="34" charset="0"/>
                </a:rPr>
                <a:t>Hybrid (Domain + Zone)</a:t>
              </a:r>
            </a:p>
          </p:txBody>
        </p:sp>
      </p:grpSp>
      <p:grpSp>
        <p:nvGrpSpPr>
          <p:cNvPr id="184" name="グループ化 214">
            <a:extLst>
              <a:ext uri="{FF2B5EF4-FFF2-40B4-BE49-F238E27FC236}">
                <a16:creationId xmlns:a16="http://schemas.microsoft.com/office/drawing/2014/main" id="{D154FBF6-09B9-88CE-BD8E-DEFF6CC34867}"/>
              </a:ext>
            </a:extLst>
          </p:cNvPr>
          <p:cNvGrpSpPr/>
          <p:nvPr/>
        </p:nvGrpSpPr>
        <p:grpSpPr>
          <a:xfrm>
            <a:off x="570030" y="2852244"/>
            <a:ext cx="1683394" cy="919780"/>
            <a:chOff x="729206" y="3452446"/>
            <a:chExt cx="1683394" cy="919780"/>
          </a:xfrm>
        </p:grpSpPr>
        <p:sp>
          <p:nvSpPr>
            <p:cNvPr id="185" name="正方形/長方形 3">
              <a:extLst>
                <a:ext uri="{FF2B5EF4-FFF2-40B4-BE49-F238E27FC236}">
                  <a16:creationId xmlns:a16="http://schemas.microsoft.com/office/drawing/2014/main" id="{B201FFE5-C607-048C-2A76-8B8ABA34EBC2}"/>
                </a:ext>
              </a:extLst>
            </p:cNvPr>
            <p:cNvSpPr/>
            <p:nvPr/>
          </p:nvSpPr>
          <p:spPr>
            <a:xfrm>
              <a:off x="2028226" y="3452446"/>
              <a:ext cx="384374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ADC</a:t>
              </a:r>
              <a:endParaRPr kumimoji="1" lang="ja-JP" altLang="en-US" sz="1100"/>
            </a:p>
          </p:txBody>
        </p:sp>
        <p:sp>
          <p:nvSpPr>
            <p:cNvPr id="186" name="正方形/長方形 4">
              <a:extLst>
                <a:ext uri="{FF2B5EF4-FFF2-40B4-BE49-F238E27FC236}">
                  <a16:creationId xmlns:a16="http://schemas.microsoft.com/office/drawing/2014/main" id="{A6A50060-AA4F-E1B8-62A8-8F15341DB5DF}"/>
                </a:ext>
              </a:extLst>
            </p:cNvPr>
            <p:cNvSpPr/>
            <p:nvPr/>
          </p:nvSpPr>
          <p:spPr>
            <a:xfrm>
              <a:off x="2028226" y="3769187"/>
              <a:ext cx="384374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CDC</a:t>
              </a:r>
              <a:endParaRPr kumimoji="1" lang="ja-JP" altLang="en-US" sz="1100"/>
            </a:p>
          </p:txBody>
        </p:sp>
        <p:sp>
          <p:nvSpPr>
            <p:cNvPr id="187" name="正方形/長方形 5">
              <a:extLst>
                <a:ext uri="{FF2B5EF4-FFF2-40B4-BE49-F238E27FC236}">
                  <a16:creationId xmlns:a16="http://schemas.microsoft.com/office/drawing/2014/main" id="{62567F31-9327-32B8-23FE-AB3546048635}"/>
                </a:ext>
              </a:extLst>
            </p:cNvPr>
            <p:cNvSpPr/>
            <p:nvPr/>
          </p:nvSpPr>
          <p:spPr>
            <a:xfrm>
              <a:off x="729206" y="4156226"/>
              <a:ext cx="288000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PT</a:t>
              </a:r>
              <a:endParaRPr kumimoji="1" lang="ja-JP" altLang="en-US" sz="1200"/>
            </a:p>
          </p:txBody>
        </p:sp>
        <p:sp>
          <p:nvSpPr>
            <p:cNvPr id="188" name="正方形/長方形 6">
              <a:extLst>
                <a:ext uri="{FF2B5EF4-FFF2-40B4-BE49-F238E27FC236}">
                  <a16:creationId xmlns:a16="http://schemas.microsoft.com/office/drawing/2014/main" id="{7B94A01F-9481-7C7C-3549-41254D391378}"/>
                </a:ext>
              </a:extLst>
            </p:cNvPr>
            <p:cNvSpPr/>
            <p:nvPr/>
          </p:nvSpPr>
          <p:spPr>
            <a:xfrm>
              <a:off x="1130604" y="4152681"/>
              <a:ext cx="288000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CS</a:t>
              </a:r>
              <a:endParaRPr kumimoji="1" lang="ja-JP" altLang="en-US" sz="1200"/>
            </a:p>
          </p:txBody>
        </p:sp>
        <p:sp>
          <p:nvSpPr>
            <p:cNvPr id="189" name="正方形/長方形 7">
              <a:extLst>
                <a:ext uri="{FF2B5EF4-FFF2-40B4-BE49-F238E27FC236}">
                  <a16:creationId xmlns:a16="http://schemas.microsoft.com/office/drawing/2014/main" id="{EB39A7E3-D3B8-9740-48DC-EEBBD34ED95C}"/>
                </a:ext>
              </a:extLst>
            </p:cNvPr>
            <p:cNvSpPr/>
            <p:nvPr/>
          </p:nvSpPr>
          <p:spPr>
            <a:xfrm>
              <a:off x="1532002" y="4149136"/>
              <a:ext cx="288000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BD</a:t>
              </a:r>
              <a:endParaRPr kumimoji="1" lang="ja-JP" altLang="en-US" sz="1200"/>
            </a:p>
          </p:txBody>
        </p:sp>
        <p:sp>
          <p:nvSpPr>
            <p:cNvPr id="190" name="正方形/長方形 25">
              <a:extLst>
                <a:ext uri="{FF2B5EF4-FFF2-40B4-BE49-F238E27FC236}">
                  <a16:creationId xmlns:a16="http://schemas.microsoft.com/office/drawing/2014/main" id="{BA8FD8FD-8A6A-9BFE-9A4A-D231FD87B854}"/>
                </a:ext>
              </a:extLst>
            </p:cNvPr>
            <p:cNvSpPr/>
            <p:nvPr/>
          </p:nvSpPr>
          <p:spPr>
            <a:xfrm>
              <a:off x="841566" y="3620444"/>
              <a:ext cx="864000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Central</a:t>
              </a:r>
              <a:r>
                <a:rPr kumimoji="1" lang="ja-JP" altLang="en-US" sz="1100"/>
                <a:t> </a:t>
              </a:r>
              <a:r>
                <a:rPr kumimoji="1" lang="en-US" altLang="ja-JP" sz="1100"/>
                <a:t>GW</a:t>
              </a:r>
              <a:endParaRPr kumimoji="1" lang="ja-JP" altLang="en-US" sz="1100"/>
            </a:p>
          </p:txBody>
        </p:sp>
        <p:cxnSp>
          <p:nvCxnSpPr>
            <p:cNvPr id="191" name="コネクタ: カギ線 259">
              <a:extLst>
                <a:ext uri="{FF2B5EF4-FFF2-40B4-BE49-F238E27FC236}">
                  <a16:creationId xmlns:a16="http://schemas.microsoft.com/office/drawing/2014/main" id="{6D9E36F2-872A-D47C-2354-71EBC6299FE8}"/>
                </a:ext>
              </a:extLst>
            </p:cNvPr>
            <p:cNvCxnSpPr>
              <a:cxnSpLocks/>
              <a:stCxn id="190" idx="2"/>
              <a:endCxn id="187" idx="0"/>
            </p:cNvCxnSpPr>
            <p:nvPr/>
          </p:nvCxnSpPr>
          <p:spPr>
            <a:xfrm rot="5400000">
              <a:off x="913495" y="3796155"/>
              <a:ext cx="319782" cy="400360"/>
            </a:xfrm>
            <a:prstGeom prst="bentConnector3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コネクタ: カギ線 262">
              <a:extLst>
                <a:ext uri="{FF2B5EF4-FFF2-40B4-BE49-F238E27FC236}">
                  <a16:creationId xmlns:a16="http://schemas.microsoft.com/office/drawing/2014/main" id="{A7B1EC05-59D9-7A8D-F224-6997A3D9526A}"/>
                </a:ext>
              </a:extLst>
            </p:cNvPr>
            <p:cNvCxnSpPr>
              <a:cxnSpLocks/>
              <a:stCxn id="190" idx="2"/>
              <a:endCxn id="188" idx="0"/>
            </p:cNvCxnSpPr>
            <p:nvPr/>
          </p:nvCxnSpPr>
          <p:spPr>
            <a:xfrm rot="16200000" flipH="1">
              <a:off x="1115967" y="3994043"/>
              <a:ext cx="316237" cy="1038"/>
            </a:xfrm>
            <a:prstGeom prst="bentConnector3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コネクタ: カギ線 265">
              <a:extLst>
                <a:ext uri="{FF2B5EF4-FFF2-40B4-BE49-F238E27FC236}">
                  <a16:creationId xmlns:a16="http://schemas.microsoft.com/office/drawing/2014/main" id="{13C1A6D5-2B39-16BD-3A21-2492FC396D81}"/>
                </a:ext>
              </a:extLst>
            </p:cNvPr>
            <p:cNvCxnSpPr>
              <a:cxnSpLocks/>
              <a:stCxn id="190" idx="2"/>
              <a:endCxn id="189" idx="0"/>
            </p:cNvCxnSpPr>
            <p:nvPr/>
          </p:nvCxnSpPr>
          <p:spPr>
            <a:xfrm rot="16200000" flipH="1">
              <a:off x="1318438" y="3791572"/>
              <a:ext cx="312692" cy="402436"/>
            </a:xfrm>
            <a:prstGeom prst="bentConnector3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コネクタ: カギ線 268">
              <a:extLst>
                <a:ext uri="{FF2B5EF4-FFF2-40B4-BE49-F238E27FC236}">
                  <a16:creationId xmlns:a16="http://schemas.microsoft.com/office/drawing/2014/main" id="{3CC7B04F-2675-7370-F36A-59CCCED111C9}"/>
                </a:ext>
              </a:extLst>
            </p:cNvPr>
            <p:cNvCxnSpPr>
              <a:cxnSpLocks/>
              <a:stCxn id="190" idx="3"/>
              <a:endCxn id="185" idx="1"/>
            </p:cNvCxnSpPr>
            <p:nvPr/>
          </p:nvCxnSpPr>
          <p:spPr>
            <a:xfrm flipV="1">
              <a:off x="1705566" y="3560446"/>
              <a:ext cx="322660" cy="167998"/>
            </a:xfrm>
            <a:prstGeom prst="bentConnector3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コネクタ: カギ線 271">
              <a:extLst>
                <a:ext uri="{FF2B5EF4-FFF2-40B4-BE49-F238E27FC236}">
                  <a16:creationId xmlns:a16="http://schemas.microsoft.com/office/drawing/2014/main" id="{AA6241C6-AA7B-2E05-21B9-FFCD42827389}"/>
                </a:ext>
              </a:extLst>
            </p:cNvPr>
            <p:cNvCxnSpPr>
              <a:cxnSpLocks/>
              <a:stCxn id="190" idx="3"/>
              <a:endCxn id="186" idx="1"/>
            </p:cNvCxnSpPr>
            <p:nvPr/>
          </p:nvCxnSpPr>
          <p:spPr>
            <a:xfrm>
              <a:off x="1705566" y="3728444"/>
              <a:ext cx="322660" cy="148743"/>
            </a:xfrm>
            <a:prstGeom prst="bentConnector3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グループ化 211">
            <a:extLst>
              <a:ext uri="{FF2B5EF4-FFF2-40B4-BE49-F238E27FC236}">
                <a16:creationId xmlns:a16="http://schemas.microsoft.com/office/drawing/2014/main" id="{5D5CFE7B-F88A-BB64-480F-391E4F7D9447}"/>
              </a:ext>
            </a:extLst>
          </p:cNvPr>
          <p:cNvGrpSpPr/>
          <p:nvPr/>
        </p:nvGrpSpPr>
        <p:grpSpPr>
          <a:xfrm>
            <a:off x="3067460" y="2858251"/>
            <a:ext cx="1615332" cy="1221250"/>
            <a:chOff x="3148534" y="3458453"/>
            <a:chExt cx="1615332" cy="1221250"/>
          </a:xfrm>
        </p:grpSpPr>
        <p:sp>
          <p:nvSpPr>
            <p:cNvPr id="197" name="正方形/長方形 21">
              <a:extLst>
                <a:ext uri="{FF2B5EF4-FFF2-40B4-BE49-F238E27FC236}">
                  <a16:creationId xmlns:a16="http://schemas.microsoft.com/office/drawing/2014/main" id="{5E508F3D-A0DE-7815-F2CD-564EA367112D}"/>
                </a:ext>
              </a:extLst>
            </p:cNvPr>
            <p:cNvSpPr/>
            <p:nvPr/>
          </p:nvSpPr>
          <p:spPr>
            <a:xfrm>
              <a:off x="3436534" y="3497704"/>
              <a:ext cx="720000" cy="432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/>
                <a:t>Central ECU</a:t>
              </a:r>
              <a:endParaRPr kumimoji="1" lang="ja-JP" altLang="en-US" sz="1200"/>
            </a:p>
          </p:txBody>
        </p:sp>
        <p:sp>
          <p:nvSpPr>
            <p:cNvPr id="198" name="正方形/長方形 22">
              <a:extLst>
                <a:ext uri="{FF2B5EF4-FFF2-40B4-BE49-F238E27FC236}">
                  <a16:creationId xmlns:a16="http://schemas.microsoft.com/office/drawing/2014/main" id="{CDDFE8D5-70DB-CF22-85DA-7F5DC6739181}"/>
                </a:ext>
              </a:extLst>
            </p:cNvPr>
            <p:cNvSpPr/>
            <p:nvPr/>
          </p:nvSpPr>
          <p:spPr>
            <a:xfrm>
              <a:off x="3870219" y="4175703"/>
              <a:ext cx="893647" cy="50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Zone ECU</a:t>
              </a:r>
              <a:endParaRPr kumimoji="1" lang="ja-JP" altLang="en-US" sz="1200"/>
            </a:p>
          </p:txBody>
        </p:sp>
        <p:sp>
          <p:nvSpPr>
            <p:cNvPr id="199" name="正方形/長方形 206">
              <a:extLst>
                <a:ext uri="{FF2B5EF4-FFF2-40B4-BE49-F238E27FC236}">
                  <a16:creationId xmlns:a16="http://schemas.microsoft.com/office/drawing/2014/main" id="{5467CEEE-C562-17E5-59A0-A0CC7DCC3632}"/>
                </a:ext>
              </a:extLst>
            </p:cNvPr>
            <p:cNvSpPr/>
            <p:nvPr/>
          </p:nvSpPr>
          <p:spPr>
            <a:xfrm>
              <a:off x="3148534" y="4171964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PT</a:t>
              </a:r>
              <a:endParaRPr kumimoji="1" lang="ja-JP" altLang="en-US" sz="1200"/>
            </a:p>
          </p:txBody>
        </p:sp>
        <p:sp>
          <p:nvSpPr>
            <p:cNvPr id="200" name="正方形/長方形 207">
              <a:extLst>
                <a:ext uri="{FF2B5EF4-FFF2-40B4-BE49-F238E27FC236}">
                  <a16:creationId xmlns:a16="http://schemas.microsoft.com/office/drawing/2014/main" id="{D7C56E01-4B68-4815-59FF-055D15BDE7C2}"/>
                </a:ext>
              </a:extLst>
            </p:cNvPr>
            <p:cNvSpPr/>
            <p:nvPr/>
          </p:nvSpPr>
          <p:spPr>
            <a:xfrm>
              <a:off x="3508615" y="4171964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CS</a:t>
              </a:r>
              <a:endParaRPr kumimoji="1" lang="ja-JP" altLang="en-US" sz="1200"/>
            </a:p>
          </p:txBody>
        </p:sp>
        <p:sp>
          <p:nvSpPr>
            <p:cNvPr id="201" name="正方形/長方形 208">
              <a:extLst>
                <a:ext uri="{FF2B5EF4-FFF2-40B4-BE49-F238E27FC236}">
                  <a16:creationId xmlns:a16="http://schemas.microsoft.com/office/drawing/2014/main" id="{2B7FFE39-3CCA-C4C3-A9EE-53CAB06D162B}"/>
                </a:ext>
              </a:extLst>
            </p:cNvPr>
            <p:cNvSpPr/>
            <p:nvPr/>
          </p:nvSpPr>
          <p:spPr>
            <a:xfrm>
              <a:off x="4197627" y="4414716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BD</a:t>
              </a:r>
              <a:endParaRPr kumimoji="1" lang="ja-JP" altLang="en-US" sz="1200"/>
            </a:p>
          </p:txBody>
        </p:sp>
        <p:sp>
          <p:nvSpPr>
            <p:cNvPr id="202" name="正方形/長方形 209">
              <a:extLst>
                <a:ext uri="{FF2B5EF4-FFF2-40B4-BE49-F238E27FC236}">
                  <a16:creationId xmlns:a16="http://schemas.microsoft.com/office/drawing/2014/main" id="{E390A67D-E934-3C81-6EE0-04B8612B1CD9}"/>
                </a:ext>
              </a:extLst>
            </p:cNvPr>
            <p:cNvSpPr/>
            <p:nvPr/>
          </p:nvSpPr>
          <p:spPr>
            <a:xfrm>
              <a:off x="4364663" y="3458453"/>
              <a:ext cx="384374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ADC</a:t>
              </a:r>
              <a:endParaRPr kumimoji="1" lang="ja-JP" altLang="en-US" sz="1100"/>
            </a:p>
          </p:txBody>
        </p:sp>
        <p:sp>
          <p:nvSpPr>
            <p:cNvPr id="203" name="正方形/長方形 210">
              <a:extLst>
                <a:ext uri="{FF2B5EF4-FFF2-40B4-BE49-F238E27FC236}">
                  <a16:creationId xmlns:a16="http://schemas.microsoft.com/office/drawing/2014/main" id="{641A9355-E339-A717-4365-12457E85864B}"/>
                </a:ext>
              </a:extLst>
            </p:cNvPr>
            <p:cNvSpPr/>
            <p:nvPr/>
          </p:nvSpPr>
          <p:spPr>
            <a:xfrm>
              <a:off x="4369436" y="3734751"/>
              <a:ext cx="384374" cy="216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CDC</a:t>
              </a:r>
              <a:endParaRPr kumimoji="1" lang="ja-JP" altLang="en-US" sz="1100"/>
            </a:p>
          </p:txBody>
        </p:sp>
        <p:cxnSp>
          <p:nvCxnSpPr>
            <p:cNvPr id="204" name="コネクタ: カギ線 212">
              <a:extLst>
                <a:ext uri="{FF2B5EF4-FFF2-40B4-BE49-F238E27FC236}">
                  <a16:creationId xmlns:a16="http://schemas.microsoft.com/office/drawing/2014/main" id="{6EFA80C4-7C9E-EC3D-6E15-779401E2B7A1}"/>
                </a:ext>
              </a:extLst>
            </p:cNvPr>
            <p:cNvCxnSpPr>
              <a:cxnSpLocks/>
              <a:stCxn id="197" idx="3"/>
              <a:endCxn id="202" idx="1"/>
            </p:cNvCxnSpPr>
            <p:nvPr/>
          </p:nvCxnSpPr>
          <p:spPr>
            <a:xfrm flipV="1">
              <a:off x="4156534" y="3566453"/>
              <a:ext cx="208129" cy="14725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コネクタ: カギ線 213">
              <a:extLst>
                <a:ext uri="{FF2B5EF4-FFF2-40B4-BE49-F238E27FC236}">
                  <a16:creationId xmlns:a16="http://schemas.microsoft.com/office/drawing/2014/main" id="{5D144ABF-D5B5-6E0A-1182-46CFBC766439}"/>
                </a:ext>
              </a:extLst>
            </p:cNvPr>
            <p:cNvCxnSpPr>
              <a:cxnSpLocks/>
              <a:stCxn id="197" idx="3"/>
              <a:endCxn id="203" idx="1"/>
            </p:cNvCxnSpPr>
            <p:nvPr/>
          </p:nvCxnSpPr>
          <p:spPr>
            <a:xfrm>
              <a:off x="4156534" y="3713704"/>
              <a:ext cx="212902" cy="12904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コネクタ: カギ線 216">
              <a:extLst>
                <a:ext uri="{FF2B5EF4-FFF2-40B4-BE49-F238E27FC236}">
                  <a16:creationId xmlns:a16="http://schemas.microsoft.com/office/drawing/2014/main" id="{ED1A76CA-9835-FD56-0AEB-750E25244AF3}"/>
                </a:ext>
              </a:extLst>
            </p:cNvPr>
            <p:cNvCxnSpPr>
              <a:cxnSpLocks/>
              <a:stCxn id="197" idx="2"/>
              <a:endCxn id="199" idx="0"/>
            </p:cNvCxnSpPr>
            <p:nvPr/>
          </p:nvCxnSpPr>
          <p:spPr>
            <a:xfrm rot="5400000">
              <a:off x="3423404" y="3798834"/>
              <a:ext cx="242260" cy="5040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コネクタ: カギ線 219">
              <a:extLst>
                <a:ext uri="{FF2B5EF4-FFF2-40B4-BE49-F238E27FC236}">
                  <a16:creationId xmlns:a16="http://schemas.microsoft.com/office/drawing/2014/main" id="{24715EF6-A0DC-E494-0F93-5EBB6A9879E2}"/>
                </a:ext>
              </a:extLst>
            </p:cNvPr>
            <p:cNvCxnSpPr>
              <a:cxnSpLocks/>
              <a:stCxn id="197" idx="2"/>
              <a:endCxn id="200" idx="0"/>
            </p:cNvCxnSpPr>
            <p:nvPr/>
          </p:nvCxnSpPr>
          <p:spPr>
            <a:xfrm rot="5400000">
              <a:off x="3603445" y="3978875"/>
              <a:ext cx="242260" cy="14391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コネクタ: カギ線 297">
              <a:extLst>
                <a:ext uri="{FF2B5EF4-FFF2-40B4-BE49-F238E27FC236}">
                  <a16:creationId xmlns:a16="http://schemas.microsoft.com/office/drawing/2014/main" id="{CB15BD8E-4415-2108-188C-75B39A3E67DF}"/>
                </a:ext>
              </a:extLst>
            </p:cNvPr>
            <p:cNvCxnSpPr>
              <a:cxnSpLocks/>
              <a:stCxn id="197" idx="2"/>
              <a:endCxn id="198" idx="0"/>
            </p:cNvCxnSpPr>
            <p:nvPr/>
          </p:nvCxnSpPr>
          <p:spPr>
            <a:xfrm rot="16200000" flipH="1">
              <a:off x="3933789" y="3792448"/>
              <a:ext cx="245999" cy="52050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グループ化 430">
            <a:extLst>
              <a:ext uri="{FF2B5EF4-FFF2-40B4-BE49-F238E27FC236}">
                <a16:creationId xmlns:a16="http://schemas.microsoft.com/office/drawing/2014/main" id="{9E5EFC93-B094-B788-C254-BCA756DCDECC}"/>
              </a:ext>
            </a:extLst>
          </p:cNvPr>
          <p:cNvGrpSpPr/>
          <p:nvPr/>
        </p:nvGrpSpPr>
        <p:grpSpPr>
          <a:xfrm>
            <a:off x="9794981" y="2848301"/>
            <a:ext cx="1911757" cy="1254999"/>
            <a:chOff x="9944962" y="3156926"/>
            <a:chExt cx="1911757" cy="1254999"/>
          </a:xfrm>
        </p:grpSpPr>
        <p:sp>
          <p:nvSpPr>
            <p:cNvPr id="210" name="正方形/長方形 301">
              <a:extLst>
                <a:ext uri="{FF2B5EF4-FFF2-40B4-BE49-F238E27FC236}">
                  <a16:creationId xmlns:a16="http://schemas.microsoft.com/office/drawing/2014/main" id="{35824A0D-4143-F7D3-CDB4-7F884214CAC4}"/>
                </a:ext>
              </a:extLst>
            </p:cNvPr>
            <p:cNvSpPr/>
            <p:nvPr/>
          </p:nvSpPr>
          <p:spPr>
            <a:xfrm>
              <a:off x="9944962" y="3156926"/>
              <a:ext cx="1911757" cy="504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Central compute</a:t>
              </a:r>
              <a:endParaRPr kumimoji="1" lang="ja-JP" altLang="en-US" sz="1200"/>
            </a:p>
          </p:txBody>
        </p:sp>
        <p:sp>
          <p:nvSpPr>
            <p:cNvPr id="211" name="正方形/長方形 303">
              <a:extLst>
                <a:ext uri="{FF2B5EF4-FFF2-40B4-BE49-F238E27FC236}">
                  <a16:creationId xmlns:a16="http://schemas.microsoft.com/office/drawing/2014/main" id="{188E4293-D99D-53E9-45AF-50DADFD549D2}"/>
                </a:ext>
              </a:extLst>
            </p:cNvPr>
            <p:cNvSpPr/>
            <p:nvPr/>
          </p:nvSpPr>
          <p:spPr>
            <a:xfrm>
              <a:off x="10868368" y="3381201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PT</a:t>
              </a:r>
              <a:endParaRPr kumimoji="1" lang="ja-JP" altLang="en-US" sz="1200"/>
            </a:p>
          </p:txBody>
        </p:sp>
        <p:sp>
          <p:nvSpPr>
            <p:cNvPr id="212" name="正方形/長方形 304">
              <a:extLst>
                <a:ext uri="{FF2B5EF4-FFF2-40B4-BE49-F238E27FC236}">
                  <a16:creationId xmlns:a16="http://schemas.microsoft.com/office/drawing/2014/main" id="{A62A0206-6ADC-2DD9-C0E5-803A7400DF06}"/>
                </a:ext>
              </a:extLst>
            </p:cNvPr>
            <p:cNvSpPr/>
            <p:nvPr/>
          </p:nvSpPr>
          <p:spPr>
            <a:xfrm>
              <a:off x="11197690" y="3381201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CS</a:t>
              </a:r>
              <a:endParaRPr kumimoji="1" lang="ja-JP" altLang="en-US" sz="1200"/>
            </a:p>
          </p:txBody>
        </p:sp>
        <p:sp>
          <p:nvSpPr>
            <p:cNvPr id="213" name="正方形/長方形 305">
              <a:extLst>
                <a:ext uri="{FF2B5EF4-FFF2-40B4-BE49-F238E27FC236}">
                  <a16:creationId xmlns:a16="http://schemas.microsoft.com/office/drawing/2014/main" id="{720A1D61-EB56-A6D8-E119-743A878FA5AF}"/>
                </a:ext>
              </a:extLst>
            </p:cNvPr>
            <p:cNvSpPr/>
            <p:nvPr/>
          </p:nvSpPr>
          <p:spPr>
            <a:xfrm>
              <a:off x="10016978" y="3381201"/>
              <a:ext cx="384374" cy="21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ADC</a:t>
              </a:r>
              <a:endParaRPr kumimoji="1" lang="ja-JP" altLang="en-US" sz="1100"/>
            </a:p>
          </p:txBody>
        </p:sp>
        <p:sp>
          <p:nvSpPr>
            <p:cNvPr id="214" name="正方形/長方形 306">
              <a:extLst>
                <a:ext uri="{FF2B5EF4-FFF2-40B4-BE49-F238E27FC236}">
                  <a16:creationId xmlns:a16="http://schemas.microsoft.com/office/drawing/2014/main" id="{4644C3E1-0B4D-705C-D229-E320408342B7}"/>
                </a:ext>
              </a:extLst>
            </p:cNvPr>
            <p:cNvSpPr/>
            <p:nvPr/>
          </p:nvSpPr>
          <p:spPr>
            <a:xfrm>
              <a:off x="10442673" y="3381201"/>
              <a:ext cx="384374" cy="21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CDC</a:t>
              </a:r>
              <a:endParaRPr kumimoji="1" lang="ja-JP" altLang="en-US" sz="1100"/>
            </a:p>
          </p:txBody>
        </p:sp>
        <p:sp>
          <p:nvSpPr>
            <p:cNvPr id="215" name="正方形/長方形 308">
              <a:extLst>
                <a:ext uri="{FF2B5EF4-FFF2-40B4-BE49-F238E27FC236}">
                  <a16:creationId xmlns:a16="http://schemas.microsoft.com/office/drawing/2014/main" id="{4D84A25C-FD2E-D564-B8C3-9B8BD998B119}"/>
                </a:ext>
              </a:extLst>
            </p:cNvPr>
            <p:cNvSpPr/>
            <p:nvPr/>
          </p:nvSpPr>
          <p:spPr>
            <a:xfrm>
              <a:off x="10454016" y="3907925"/>
              <a:ext cx="893647" cy="50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kumimoji="1" lang="en-US" altLang="ja-JP" sz="1200"/>
                <a:t>Zone</a:t>
              </a:r>
              <a:endParaRPr kumimoji="1" lang="ja-JP" altLang="en-US" sz="1200"/>
            </a:p>
          </p:txBody>
        </p:sp>
        <p:sp>
          <p:nvSpPr>
            <p:cNvPr id="216" name="正方形/長方形 309">
              <a:extLst>
                <a:ext uri="{FF2B5EF4-FFF2-40B4-BE49-F238E27FC236}">
                  <a16:creationId xmlns:a16="http://schemas.microsoft.com/office/drawing/2014/main" id="{22F8174B-EAF9-CFB4-858E-27A32990C70C}"/>
                </a:ext>
              </a:extLst>
            </p:cNvPr>
            <p:cNvSpPr/>
            <p:nvPr/>
          </p:nvSpPr>
          <p:spPr>
            <a:xfrm>
              <a:off x="11526124" y="3380988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BD</a:t>
              </a:r>
              <a:endParaRPr kumimoji="1" lang="ja-JP" altLang="en-US" sz="1200"/>
            </a:p>
          </p:txBody>
        </p:sp>
        <p:cxnSp>
          <p:nvCxnSpPr>
            <p:cNvPr id="217" name="コネクタ: カギ線 310">
              <a:extLst>
                <a:ext uri="{FF2B5EF4-FFF2-40B4-BE49-F238E27FC236}">
                  <a16:creationId xmlns:a16="http://schemas.microsoft.com/office/drawing/2014/main" id="{9CBA8C1E-EF75-2AD3-7511-1136938FBCED}"/>
                </a:ext>
              </a:extLst>
            </p:cNvPr>
            <p:cNvCxnSpPr>
              <a:cxnSpLocks/>
              <a:stCxn id="210" idx="2"/>
              <a:endCxn id="215" idx="0"/>
            </p:cNvCxnSpPr>
            <p:nvPr/>
          </p:nvCxnSpPr>
          <p:spPr>
            <a:xfrm rot="5400000">
              <a:off x="10777342" y="3784425"/>
              <a:ext cx="246999" cy="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グループ化 399">
            <a:extLst>
              <a:ext uri="{FF2B5EF4-FFF2-40B4-BE49-F238E27FC236}">
                <a16:creationId xmlns:a16="http://schemas.microsoft.com/office/drawing/2014/main" id="{CFB84215-D213-E35F-4314-839570475205}"/>
              </a:ext>
            </a:extLst>
          </p:cNvPr>
          <p:cNvGrpSpPr/>
          <p:nvPr/>
        </p:nvGrpSpPr>
        <p:grpSpPr>
          <a:xfrm>
            <a:off x="5151366" y="2848088"/>
            <a:ext cx="1663178" cy="1255424"/>
            <a:chOff x="8088727" y="3339959"/>
            <a:chExt cx="1663178" cy="1255424"/>
          </a:xfrm>
        </p:grpSpPr>
        <p:sp>
          <p:nvSpPr>
            <p:cNvPr id="219" name="正方形/長方形 315">
              <a:extLst>
                <a:ext uri="{FF2B5EF4-FFF2-40B4-BE49-F238E27FC236}">
                  <a16:creationId xmlns:a16="http://schemas.microsoft.com/office/drawing/2014/main" id="{2A482C31-1E28-FE50-6A3D-6F78348AE3BE}"/>
                </a:ext>
              </a:extLst>
            </p:cNvPr>
            <p:cNvSpPr/>
            <p:nvPr/>
          </p:nvSpPr>
          <p:spPr>
            <a:xfrm>
              <a:off x="8130776" y="3339959"/>
              <a:ext cx="1580860" cy="504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Central compute</a:t>
              </a:r>
              <a:endParaRPr kumimoji="1" lang="ja-JP" altLang="en-US" sz="1200"/>
            </a:p>
          </p:txBody>
        </p:sp>
        <p:sp>
          <p:nvSpPr>
            <p:cNvPr id="220" name="正方形/長方形 318">
              <a:extLst>
                <a:ext uri="{FF2B5EF4-FFF2-40B4-BE49-F238E27FC236}">
                  <a16:creationId xmlns:a16="http://schemas.microsoft.com/office/drawing/2014/main" id="{A734EE31-B539-BFD2-1ADB-83B8865900A9}"/>
                </a:ext>
              </a:extLst>
            </p:cNvPr>
            <p:cNvSpPr/>
            <p:nvPr/>
          </p:nvSpPr>
          <p:spPr>
            <a:xfrm>
              <a:off x="8503655" y="3564234"/>
              <a:ext cx="384374" cy="21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ADC</a:t>
              </a:r>
              <a:endParaRPr kumimoji="1" lang="ja-JP" altLang="en-US" sz="1100"/>
            </a:p>
          </p:txBody>
        </p:sp>
        <p:sp>
          <p:nvSpPr>
            <p:cNvPr id="221" name="正方形/長方形 319">
              <a:extLst>
                <a:ext uri="{FF2B5EF4-FFF2-40B4-BE49-F238E27FC236}">
                  <a16:creationId xmlns:a16="http://schemas.microsoft.com/office/drawing/2014/main" id="{4570BA5F-C574-E0D5-42C7-2A6287F48981}"/>
                </a:ext>
              </a:extLst>
            </p:cNvPr>
            <p:cNvSpPr/>
            <p:nvPr/>
          </p:nvSpPr>
          <p:spPr>
            <a:xfrm>
              <a:off x="8929350" y="3564234"/>
              <a:ext cx="384374" cy="21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CDC</a:t>
              </a:r>
              <a:endParaRPr kumimoji="1" lang="ja-JP" altLang="en-US" sz="1100"/>
            </a:p>
          </p:txBody>
        </p:sp>
        <p:sp>
          <p:nvSpPr>
            <p:cNvPr id="222" name="正方形/長方形 321">
              <a:extLst>
                <a:ext uri="{FF2B5EF4-FFF2-40B4-BE49-F238E27FC236}">
                  <a16:creationId xmlns:a16="http://schemas.microsoft.com/office/drawing/2014/main" id="{FD5A8BD3-5A4D-727F-8442-DBB50BE2A06B}"/>
                </a:ext>
              </a:extLst>
            </p:cNvPr>
            <p:cNvSpPr/>
            <p:nvPr/>
          </p:nvSpPr>
          <p:spPr>
            <a:xfrm>
              <a:off x="8858258" y="4090958"/>
              <a:ext cx="893647" cy="50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Zone ECU</a:t>
              </a:r>
              <a:endParaRPr kumimoji="1" lang="ja-JP" altLang="en-US" sz="1200"/>
            </a:p>
          </p:txBody>
        </p:sp>
        <p:sp>
          <p:nvSpPr>
            <p:cNvPr id="223" name="正方形/長方形 322">
              <a:extLst>
                <a:ext uri="{FF2B5EF4-FFF2-40B4-BE49-F238E27FC236}">
                  <a16:creationId xmlns:a16="http://schemas.microsoft.com/office/drawing/2014/main" id="{7940648D-411C-2BAF-9D3E-0B474455B4E6}"/>
                </a:ext>
              </a:extLst>
            </p:cNvPr>
            <p:cNvSpPr/>
            <p:nvPr/>
          </p:nvSpPr>
          <p:spPr>
            <a:xfrm>
              <a:off x="9171874" y="4329971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BD</a:t>
              </a:r>
              <a:endParaRPr kumimoji="1" lang="ja-JP" altLang="en-US" sz="1200"/>
            </a:p>
          </p:txBody>
        </p:sp>
        <p:sp>
          <p:nvSpPr>
            <p:cNvPr id="224" name="正方形/長方形 324">
              <a:extLst>
                <a:ext uri="{FF2B5EF4-FFF2-40B4-BE49-F238E27FC236}">
                  <a16:creationId xmlns:a16="http://schemas.microsoft.com/office/drawing/2014/main" id="{A9CA2706-1704-88D9-BE7D-2647E064DE1E}"/>
                </a:ext>
              </a:extLst>
            </p:cNvPr>
            <p:cNvSpPr/>
            <p:nvPr/>
          </p:nvSpPr>
          <p:spPr>
            <a:xfrm>
              <a:off x="8088727" y="4091383"/>
              <a:ext cx="720000" cy="50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VCU</a:t>
              </a:r>
              <a:endParaRPr kumimoji="1" lang="ja-JP" altLang="en-US" sz="1200"/>
            </a:p>
          </p:txBody>
        </p:sp>
        <p:sp>
          <p:nvSpPr>
            <p:cNvPr id="225" name="正方形/長方形 326">
              <a:extLst>
                <a:ext uri="{FF2B5EF4-FFF2-40B4-BE49-F238E27FC236}">
                  <a16:creationId xmlns:a16="http://schemas.microsoft.com/office/drawing/2014/main" id="{001B225E-9BF0-531A-A3AA-79729E300EFA}"/>
                </a:ext>
              </a:extLst>
            </p:cNvPr>
            <p:cNvSpPr/>
            <p:nvPr/>
          </p:nvSpPr>
          <p:spPr>
            <a:xfrm>
              <a:off x="8141467" y="4311687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PT</a:t>
              </a:r>
              <a:endParaRPr kumimoji="1" lang="ja-JP" altLang="en-US" sz="1200"/>
            </a:p>
          </p:txBody>
        </p:sp>
        <p:sp>
          <p:nvSpPr>
            <p:cNvPr id="226" name="正方形/長方形 327">
              <a:extLst>
                <a:ext uri="{FF2B5EF4-FFF2-40B4-BE49-F238E27FC236}">
                  <a16:creationId xmlns:a16="http://schemas.microsoft.com/office/drawing/2014/main" id="{D33165AF-2942-DDA3-F315-8086084281A9}"/>
                </a:ext>
              </a:extLst>
            </p:cNvPr>
            <p:cNvSpPr/>
            <p:nvPr/>
          </p:nvSpPr>
          <p:spPr>
            <a:xfrm>
              <a:off x="8470789" y="4311687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CS</a:t>
              </a:r>
              <a:endParaRPr kumimoji="1" lang="ja-JP" altLang="en-US" sz="1200"/>
            </a:p>
          </p:txBody>
        </p:sp>
        <p:cxnSp>
          <p:nvCxnSpPr>
            <p:cNvPr id="227" name="コネクタ: カギ線 328">
              <a:extLst>
                <a:ext uri="{FF2B5EF4-FFF2-40B4-BE49-F238E27FC236}">
                  <a16:creationId xmlns:a16="http://schemas.microsoft.com/office/drawing/2014/main" id="{0CCE1BB1-6B90-69D8-91AC-70DB0E34CB18}"/>
                </a:ext>
              </a:extLst>
            </p:cNvPr>
            <p:cNvCxnSpPr>
              <a:cxnSpLocks/>
              <a:stCxn id="219" idx="2"/>
              <a:endCxn id="222" idx="0"/>
            </p:cNvCxnSpPr>
            <p:nvPr/>
          </p:nvCxnSpPr>
          <p:spPr>
            <a:xfrm rot="16200000" flipH="1">
              <a:off x="8989645" y="3775520"/>
              <a:ext cx="246999" cy="38387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コネクタ: カギ線 368">
              <a:extLst>
                <a:ext uri="{FF2B5EF4-FFF2-40B4-BE49-F238E27FC236}">
                  <a16:creationId xmlns:a16="http://schemas.microsoft.com/office/drawing/2014/main" id="{AE8BF6BC-72C1-2AE8-B01F-16455595E24C}"/>
                </a:ext>
              </a:extLst>
            </p:cNvPr>
            <p:cNvCxnSpPr>
              <a:cxnSpLocks/>
              <a:stCxn id="219" idx="2"/>
              <a:endCxn id="224" idx="0"/>
            </p:cNvCxnSpPr>
            <p:nvPr/>
          </p:nvCxnSpPr>
          <p:spPr>
            <a:xfrm rot="5400000">
              <a:off x="8561255" y="3731432"/>
              <a:ext cx="247424" cy="47247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グループ化 402">
            <a:extLst>
              <a:ext uri="{FF2B5EF4-FFF2-40B4-BE49-F238E27FC236}">
                <a16:creationId xmlns:a16="http://schemas.microsoft.com/office/drawing/2014/main" id="{AB64558F-9DD8-3D96-EB88-C6C2FA7DDAAB}"/>
              </a:ext>
            </a:extLst>
          </p:cNvPr>
          <p:cNvGrpSpPr/>
          <p:nvPr/>
        </p:nvGrpSpPr>
        <p:grpSpPr>
          <a:xfrm>
            <a:off x="7603907" y="2859506"/>
            <a:ext cx="1915524" cy="1254999"/>
            <a:chOff x="7902216" y="3351377"/>
            <a:chExt cx="1915524" cy="1254999"/>
          </a:xfrm>
        </p:grpSpPr>
        <p:sp>
          <p:nvSpPr>
            <p:cNvPr id="230" name="正方形/長方形 336">
              <a:extLst>
                <a:ext uri="{FF2B5EF4-FFF2-40B4-BE49-F238E27FC236}">
                  <a16:creationId xmlns:a16="http://schemas.microsoft.com/office/drawing/2014/main" id="{1587318A-F4E0-6878-C9C1-2979ECB6CC36}"/>
                </a:ext>
              </a:extLst>
            </p:cNvPr>
            <p:cNvSpPr/>
            <p:nvPr/>
          </p:nvSpPr>
          <p:spPr>
            <a:xfrm>
              <a:off x="8048845" y="3351377"/>
              <a:ext cx="1621320" cy="504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Central compute</a:t>
              </a:r>
              <a:endParaRPr kumimoji="1" lang="ja-JP" altLang="en-US" sz="1200"/>
            </a:p>
          </p:txBody>
        </p:sp>
        <p:sp>
          <p:nvSpPr>
            <p:cNvPr id="231" name="正方形/長方形 337">
              <a:extLst>
                <a:ext uri="{FF2B5EF4-FFF2-40B4-BE49-F238E27FC236}">
                  <a16:creationId xmlns:a16="http://schemas.microsoft.com/office/drawing/2014/main" id="{F4D91CC7-994E-137E-D209-6CC5620F42CB}"/>
                </a:ext>
              </a:extLst>
            </p:cNvPr>
            <p:cNvSpPr/>
            <p:nvPr/>
          </p:nvSpPr>
          <p:spPr>
            <a:xfrm>
              <a:off x="8459615" y="3575652"/>
              <a:ext cx="384374" cy="21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ADC</a:t>
              </a:r>
              <a:endParaRPr kumimoji="1" lang="ja-JP" altLang="en-US" sz="1100"/>
            </a:p>
          </p:txBody>
        </p:sp>
        <p:sp>
          <p:nvSpPr>
            <p:cNvPr id="232" name="正方形/長方形 338">
              <a:extLst>
                <a:ext uri="{FF2B5EF4-FFF2-40B4-BE49-F238E27FC236}">
                  <a16:creationId xmlns:a16="http://schemas.microsoft.com/office/drawing/2014/main" id="{205EB639-CEFB-606C-C2E5-E6C0C79E7B28}"/>
                </a:ext>
              </a:extLst>
            </p:cNvPr>
            <p:cNvSpPr/>
            <p:nvPr/>
          </p:nvSpPr>
          <p:spPr>
            <a:xfrm>
              <a:off x="8885310" y="3575652"/>
              <a:ext cx="384374" cy="21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100"/>
                <a:t>CDC</a:t>
              </a:r>
              <a:endParaRPr kumimoji="1" lang="ja-JP" altLang="en-US" sz="1100"/>
            </a:p>
          </p:txBody>
        </p:sp>
        <p:sp>
          <p:nvSpPr>
            <p:cNvPr id="233" name="正方形/長方形 339">
              <a:extLst>
                <a:ext uri="{FF2B5EF4-FFF2-40B4-BE49-F238E27FC236}">
                  <a16:creationId xmlns:a16="http://schemas.microsoft.com/office/drawing/2014/main" id="{9B3DF1C2-1CE5-4C6A-AED9-7DD940AFED76}"/>
                </a:ext>
              </a:extLst>
            </p:cNvPr>
            <p:cNvSpPr/>
            <p:nvPr/>
          </p:nvSpPr>
          <p:spPr>
            <a:xfrm>
              <a:off x="9241740" y="4102376"/>
              <a:ext cx="576000" cy="50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Zone</a:t>
              </a:r>
              <a:endParaRPr kumimoji="1" lang="ja-JP" altLang="en-US" sz="1200"/>
            </a:p>
          </p:txBody>
        </p:sp>
        <p:sp>
          <p:nvSpPr>
            <p:cNvPr id="234" name="正方形/長方形 340">
              <a:extLst>
                <a:ext uri="{FF2B5EF4-FFF2-40B4-BE49-F238E27FC236}">
                  <a16:creationId xmlns:a16="http://schemas.microsoft.com/office/drawing/2014/main" id="{BA5CD7B6-9594-E9AE-2925-DCAFEE93E494}"/>
                </a:ext>
              </a:extLst>
            </p:cNvPr>
            <p:cNvSpPr/>
            <p:nvPr/>
          </p:nvSpPr>
          <p:spPr>
            <a:xfrm>
              <a:off x="9385740" y="4341389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BD</a:t>
              </a:r>
              <a:endParaRPr kumimoji="1" lang="ja-JP" altLang="en-US" sz="1200"/>
            </a:p>
          </p:txBody>
        </p:sp>
        <p:cxnSp>
          <p:nvCxnSpPr>
            <p:cNvPr id="235" name="コネクタ: カギ線 344">
              <a:extLst>
                <a:ext uri="{FF2B5EF4-FFF2-40B4-BE49-F238E27FC236}">
                  <a16:creationId xmlns:a16="http://schemas.microsoft.com/office/drawing/2014/main" id="{86CD4070-7E0F-570B-C20E-21AF8696B3E1}"/>
                </a:ext>
              </a:extLst>
            </p:cNvPr>
            <p:cNvCxnSpPr>
              <a:cxnSpLocks/>
              <a:stCxn id="230" idx="2"/>
              <a:endCxn id="233" idx="0"/>
            </p:cNvCxnSpPr>
            <p:nvPr/>
          </p:nvCxnSpPr>
          <p:spPr>
            <a:xfrm rot="16200000" flipH="1">
              <a:off x="9071123" y="3643758"/>
              <a:ext cx="246999" cy="67023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正方形/長方形 373">
              <a:extLst>
                <a:ext uri="{FF2B5EF4-FFF2-40B4-BE49-F238E27FC236}">
                  <a16:creationId xmlns:a16="http://schemas.microsoft.com/office/drawing/2014/main" id="{265B208F-B59C-60CE-2274-7F84401B116F}"/>
                </a:ext>
              </a:extLst>
            </p:cNvPr>
            <p:cNvSpPr/>
            <p:nvPr/>
          </p:nvSpPr>
          <p:spPr>
            <a:xfrm>
              <a:off x="7902216" y="4102376"/>
              <a:ext cx="576000" cy="50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Zone</a:t>
              </a:r>
              <a:endParaRPr kumimoji="1" lang="ja-JP" altLang="en-US" sz="1200"/>
            </a:p>
          </p:txBody>
        </p:sp>
        <p:cxnSp>
          <p:nvCxnSpPr>
            <p:cNvPr id="237" name="コネクタ: カギ線 376">
              <a:extLst>
                <a:ext uri="{FF2B5EF4-FFF2-40B4-BE49-F238E27FC236}">
                  <a16:creationId xmlns:a16="http://schemas.microsoft.com/office/drawing/2014/main" id="{CD05DD53-E625-7B1D-FC35-F367001A9CDC}"/>
                </a:ext>
              </a:extLst>
            </p:cNvPr>
            <p:cNvCxnSpPr>
              <a:cxnSpLocks/>
              <a:stCxn id="230" idx="2"/>
              <a:endCxn id="236" idx="0"/>
            </p:cNvCxnSpPr>
            <p:nvPr/>
          </p:nvCxnSpPr>
          <p:spPr>
            <a:xfrm rot="5400000">
              <a:off x="8401362" y="3644232"/>
              <a:ext cx="246999" cy="66928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正方形/長方形 397">
              <a:extLst>
                <a:ext uri="{FF2B5EF4-FFF2-40B4-BE49-F238E27FC236}">
                  <a16:creationId xmlns:a16="http://schemas.microsoft.com/office/drawing/2014/main" id="{6EAB835F-1B28-BFD7-55FF-84B15C591133}"/>
                </a:ext>
              </a:extLst>
            </p:cNvPr>
            <p:cNvSpPr/>
            <p:nvPr/>
          </p:nvSpPr>
          <p:spPr>
            <a:xfrm>
              <a:off x="8041170" y="4323789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PT</a:t>
              </a:r>
              <a:endParaRPr kumimoji="1" lang="ja-JP" altLang="en-US" sz="1200"/>
            </a:p>
          </p:txBody>
        </p:sp>
        <p:sp>
          <p:nvSpPr>
            <p:cNvPr id="239" name="正方形/長方形 19">
              <a:extLst>
                <a:ext uri="{FF2B5EF4-FFF2-40B4-BE49-F238E27FC236}">
                  <a16:creationId xmlns:a16="http://schemas.microsoft.com/office/drawing/2014/main" id="{7E4F30C8-0BD9-0EBE-BC22-0C33EE541FB6}"/>
                </a:ext>
              </a:extLst>
            </p:cNvPr>
            <p:cNvSpPr/>
            <p:nvPr/>
          </p:nvSpPr>
          <p:spPr>
            <a:xfrm>
              <a:off x="8571978" y="4102376"/>
              <a:ext cx="576000" cy="50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kumimoji="1" lang="en-US" altLang="ja-JP" sz="1200"/>
                <a:t>Zone</a:t>
              </a:r>
              <a:endParaRPr kumimoji="1" lang="ja-JP" altLang="en-US" sz="1200"/>
            </a:p>
          </p:txBody>
        </p:sp>
        <p:sp>
          <p:nvSpPr>
            <p:cNvPr id="240" name="正方形/長方形 375">
              <a:extLst>
                <a:ext uri="{FF2B5EF4-FFF2-40B4-BE49-F238E27FC236}">
                  <a16:creationId xmlns:a16="http://schemas.microsoft.com/office/drawing/2014/main" id="{47B212A3-162C-AE60-125F-FF5D0DB71666}"/>
                </a:ext>
              </a:extLst>
            </p:cNvPr>
            <p:cNvSpPr/>
            <p:nvPr/>
          </p:nvSpPr>
          <p:spPr>
            <a:xfrm>
              <a:off x="8715978" y="4334373"/>
              <a:ext cx="288000" cy="21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en-US" altLang="ja-JP" sz="1200"/>
                <a:t>CS</a:t>
              </a:r>
              <a:endParaRPr kumimoji="1" lang="ja-JP" altLang="en-US" sz="1200"/>
            </a:p>
          </p:txBody>
        </p:sp>
        <p:cxnSp>
          <p:nvCxnSpPr>
            <p:cNvPr id="241" name="コネクタ: カギ線 23">
              <a:extLst>
                <a:ext uri="{FF2B5EF4-FFF2-40B4-BE49-F238E27FC236}">
                  <a16:creationId xmlns:a16="http://schemas.microsoft.com/office/drawing/2014/main" id="{1B31F1FA-639B-D4FF-115C-66259EC73DC2}"/>
                </a:ext>
              </a:extLst>
            </p:cNvPr>
            <p:cNvCxnSpPr>
              <a:cxnSpLocks/>
              <a:stCxn id="230" idx="2"/>
              <a:endCxn id="239" idx="0"/>
            </p:cNvCxnSpPr>
            <p:nvPr/>
          </p:nvCxnSpPr>
          <p:spPr>
            <a:xfrm rot="16200000" flipH="1">
              <a:off x="8736242" y="3978639"/>
              <a:ext cx="246999" cy="47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2" name="テキスト ボックス 437">
            <a:extLst>
              <a:ext uri="{FF2B5EF4-FFF2-40B4-BE49-F238E27FC236}">
                <a16:creationId xmlns:a16="http://schemas.microsoft.com/office/drawing/2014/main" id="{D7B88AD6-F5DD-8C7D-65E2-D1A79084EAB7}"/>
              </a:ext>
            </a:extLst>
          </p:cNvPr>
          <p:cNvSpPr txBox="1"/>
          <p:nvPr/>
        </p:nvSpPr>
        <p:spPr>
          <a:xfrm>
            <a:off x="3622170" y="4149080"/>
            <a:ext cx="25052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Dev cost minimization</a:t>
            </a:r>
            <a:endParaRPr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243" name="テキスト ボックス 438">
            <a:extLst>
              <a:ext uri="{FF2B5EF4-FFF2-40B4-BE49-F238E27FC236}">
                <a16:creationId xmlns:a16="http://schemas.microsoft.com/office/drawing/2014/main" id="{2700A7FD-4A83-CEE1-415C-D527E8F24B99}"/>
              </a:ext>
            </a:extLst>
          </p:cNvPr>
          <p:cNvSpPr txBox="1"/>
          <p:nvPr/>
        </p:nvSpPr>
        <p:spPr>
          <a:xfrm>
            <a:off x="7891909" y="4149080"/>
            <a:ext cx="3484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System BOM cost minimization</a:t>
            </a:r>
            <a:endParaRPr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244" name="テキスト ボックス 16">
            <a:extLst>
              <a:ext uri="{FF2B5EF4-FFF2-40B4-BE49-F238E27FC236}">
                <a16:creationId xmlns:a16="http://schemas.microsoft.com/office/drawing/2014/main" id="{8A9DAE90-6140-56C5-304C-ED2A646C83F0}"/>
              </a:ext>
            </a:extLst>
          </p:cNvPr>
          <p:cNvSpPr txBox="1"/>
          <p:nvPr/>
        </p:nvSpPr>
        <p:spPr>
          <a:xfrm>
            <a:off x="7733578" y="2559025"/>
            <a:ext cx="1646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VC integrated type</a:t>
            </a:r>
          </a:p>
        </p:txBody>
      </p:sp>
      <p:sp>
        <p:nvSpPr>
          <p:cNvPr id="245" name="テキスト ボックス 17">
            <a:extLst>
              <a:ext uri="{FF2B5EF4-FFF2-40B4-BE49-F238E27FC236}">
                <a16:creationId xmlns:a16="http://schemas.microsoft.com/office/drawing/2014/main" id="{0E0200C0-DC02-F0A9-6F69-8AD89BB1B162}"/>
              </a:ext>
            </a:extLst>
          </p:cNvPr>
          <p:cNvSpPr txBox="1"/>
          <p:nvPr/>
        </p:nvSpPr>
        <p:spPr>
          <a:xfrm>
            <a:off x="9927639" y="2559025"/>
            <a:ext cx="1646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VC centralized type</a:t>
            </a:r>
          </a:p>
        </p:txBody>
      </p:sp>
      <p:cxnSp>
        <p:nvCxnSpPr>
          <p:cNvPr id="246" name="直線コネクタ 14">
            <a:extLst>
              <a:ext uri="{FF2B5EF4-FFF2-40B4-BE49-F238E27FC236}">
                <a16:creationId xmlns:a16="http://schemas.microsoft.com/office/drawing/2014/main" id="{120B5DEF-A599-CFBB-D852-351ADDBC2A31}"/>
              </a:ext>
            </a:extLst>
          </p:cNvPr>
          <p:cNvCxnSpPr/>
          <p:nvPr/>
        </p:nvCxnSpPr>
        <p:spPr>
          <a:xfrm>
            <a:off x="570030" y="2363343"/>
            <a:ext cx="17516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コネクタ 18">
            <a:extLst>
              <a:ext uri="{FF2B5EF4-FFF2-40B4-BE49-F238E27FC236}">
                <a16:creationId xmlns:a16="http://schemas.microsoft.com/office/drawing/2014/main" id="{ED45FEDA-E4E2-5B61-A78D-4B8910AE95A1}"/>
              </a:ext>
            </a:extLst>
          </p:cNvPr>
          <p:cNvCxnSpPr>
            <a:cxnSpLocks/>
          </p:cNvCxnSpPr>
          <p:nvPr/>
        </p:nvCxnSpPr>
        <p:spPr>
          <a:xfrm>
            <a:off x="2959453" y="2363343"/>
            <a:ext cx="410228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">
            <a:extLst>
              <a:ext uri="{FF2B5EF4-FFF2-40B4-BE49-F238E27FC236}">
                <a16:creationId xmlns:a16="http://schemas.microsoft.com/office/drawing/2014/main" id="{6039713C-EFB9-8422-EE8A-1CD02DC047AC}"/>
              </a:ext>
            </a:extLst>
          </p:cNvPr>
          <p:cNvCxnSpPr>
            <a:cxnSpLocks/>
          </p:cNvCxnSpPr>
          <p:nvPr/>
        </p:nvCxnSpPr>
        <p:spPr>
          <a:xfrm>
            <a:off x="7510072" y="2363343"/>
            <a:ext cx="420250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9" name="グループ化 10">
            <a:extLst>
              <a:ext uri="{FF2B5EF4-FFF2-40B4-BE49-F238E27FC236}">
                <a16:creationId xmlns:a16="http://schemas.microsoft.com/office/drawing/2014/main" id="{6494818C-6F7B-C18F-EB81-F5C288FD149C}"/>
              </a:ext>
            </a:extLst>
          </p:cNvPr>
          <p:cNvGrpSpPr/>
          <p:nvPr/>
        </p:nvGrpSpPr>
        <p:grpSpPr>
          <a:xfrm>
            <a:off x="2497786" y="1630460"/>
            <a:ext cx="292716" cy="309822"/>
            <a:chOff x="2427316" y="2420578"/>
            <a:chExt cx="292716" cy="309822"/>
          </a:xfrm>
        </p:grpSpPr>
        <p:sp>
          <p:nvSpPr>
            <p:cNvPr id="250" name="矢印: 山形 8">
              <a:extLst>
                <a:ext uri="{FF2B5EF4-FFF2-40B4-BE49-F238E27FC236}">
                  <a16:creationId xmlns:a16="http://schemas.microsoft.com/office/drawing/2014/main" id="{5172AA5A-2626-E51C-ED60-0E781445E1D2}"/>
                </a:ext>
              </a:extLst>
            </p:cNvPr>
            <p:cNvSpPr/>
            <p:nvPr/>
          </p:nvSpPr>
          <p:spPr>
            <a:xfrm>
              <a:off x="2427316" y="2420578"/>
              <a:ext cx="176618" cy="309822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51" name="矢印: 山形 9">
              <a:extLst>
                <a:ext uri="{FF2B5EF4-FFF2-40B4-BE49-F238E27FC236}">
                  <a16:creationId xmlns:a16="http://schemas.microsoft.com/office/drawing/2014/main" id="{8C790C3C-8648-B781-A607-18E85C785EC9}"/>
                </a:ext>
              </a:extLst>
            </p:cNvPr>
            <p:cNvSpPr/>
            <p:nvPr/>
          </p:nvSpPr>
          <p:spPr>
            <a:xfrm>
              <a:off x="2543414" y="2420578"/>
              <a:ext cx="176618" cy="309822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5" name="テキスト ボックス 215">
            <a:extLst>
              <a:ext uri="{FF2B5EF4-FFF2-40B4-BE49-F238E27FC236}">
                <a16:creationId xmlns:a16="http://schemas.microsoft.com/office/drawing/2014/main" id="{9CFE1730-FE23-1986-6183-7DE5FF2906FC}"/>
              </a:ext>
            </a:extLst>
          </p:cNvPr>
          <p:cNvSpPr txBox="1"/>
          <p:nvPr/>
        </p:nvSpPr>
        <p:spPr>
          <a:xfrm>
            <a:off x="4659248" y="2945789"/>
            <a:ext cx="536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endParaRPr kumimoji="1" lang="ja-JP" altLang="en-US" sz="1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6" name="テキスト ボックス 218">
            <a:extLst>
              <a:ext uri="{FF2B5EF4-FFF2-40B4-BE49-F238E27FC236}">
                <a16:creationId xmlns:a16="http://schemas.microsoft.com/office/drawing/2014/main" id="{34AAC4FE-EAED-CB82-BCB5-958B5CF7C280}"/>
              </a:ext>
            </a:extLst>
          </p:cNvPr>
          <p:cNvSpPr txBox="1"/>
          <p:nvPr/>
        </p:nvSpPr>
        <p:spPr>
          <a:xfrm>
            <a:off x="7029398" y="1639567"/>
            <a:ext cx="536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 dirty="0">
                <a:solidFill>
                  <a:schemeClr val="bg1"/>
                </a:solidFill>
              </a:rPr>
              <a:t>OR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グラフィックス 14" descr="矢印: 反時計回りの曲線 単色塗りつぶし">
            <a:extLst>
              <a:ext uri="{FF2B5EF4-FFF2-40B4-BE49-F238E27FC236}">
                <a16:creationId xmlns:a16="http://schemas.microsoft.com/office/drawing/2014/main" id="{7583462E-70D5-EE28-F4B1-456C32FA5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635494" y="-539399"/>
            <a:ext cx="4501337" cy="917827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456B949-0278-18BD-D1BA-C0E9FC460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Architecture type – tendency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DB13C6-3F3B-9487-589A-816F7DBF6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68279"/>
          </a:xfrm>
        </p:spPr>
        <p:txBody>
          <a:bodyPr/>
          <a:lstStyle/>
          <a:p>
            <a:r>
              <a:rPr kumimoji="1" lang="en-US" altLang="ja-JP"/>
              <a:t>Function centralization makes either zonal ECU to simplify or central compute to require higher performance</a:t>
            </a:r>
            <a:endParaRPr kumimoji="1" lang="ja-JP" altLang="en-US"/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FA35E55A-663C-89AC-7FBF-D33428538DBA}"/>
              </a:ext>
            </a:extLst>
          </p:cNvPr>
          <p:cNvSpPr/>
          <p:nvPr/>
        </p:nvSpPr>
        <p:spPr>
          <a:xfrm>
            <a:off x="10149600" y="179440"/>
            <a:ext cx="864000" cy="4177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RT control</a:t>
            </a:r>
          </a:p>
          <a:p>
            <a:pPr algn="ctr"/>
            <a:r>
              <a:rPr kumimoji="1" lang="en-US" altLang="ja-JP" sz="1200"/>
              <a:t>function</a:t>
            </a:r>
            <a:endParaRPr kumimoji="1" lang="ja-JP" altLang="en-US" sz="1200"/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C06CF629-55E3-6645-32C2-3AB8BA92C7D3}"/>
              </a:ext>
            </a:extLst>
          </p:cNvPr>
          <p:cNvSpPr/>
          <p:nvPr/>
        </p:nvSpPr>
        <p:spPr>
          <a:xfrm>
            <a:off x="9174351" y="179440"/>
            <a:ext cx="864000" cy="4177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Service</a:t>
            </a:r>
          </a:p>
          <a:p>
            <a:pPr algn="ctr"/>
            <a:r>
              <a:rPr kumimoji="1" lang="en-US" altLang="ja-JP" sz="1200"/>
              <a:t>application</a:t>
            </a:r>
            <a:endParaRPr kumimoji="1" lang="ja-JP" altLang="en-US" sz="1200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E546C7C2-6005-6EFC-083D-800C60F28B7E}"/>
              </a:ext>
            </a:extLst>
          </p:cNvPr>
          <p:cNvSpPr/>
          <p:nvPr/>
        </p:nvSpPr>
        <p:spPr>
          <a:xfrm>
            <a:off x="11124850" y="179440"/>
            <a:ext cx="864000" cy="41778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/>
              <a:t>I/O control</a:t>
            </a:r>
          </a:p>
          <a:p>
            <a:pPr algn="ctr"/>
            <a:r>
              <a:rPr kumimoji="1" lang="en-US" altLang="ja-JP" sz="1200"/>
              <a:t>function</a:t>
            </a:r>
            <a:endParaRPr kumimoji="1" lang="ja-JP" altLang="en-US" sz="1200"/>
          </a:p>
        </p:txBody>
      </p:sp>
      <p:grpSp>
        <p:nvGrpSpPr>
          <p:cNvPr id="537" name="グループ化 536">
            <a:extLst>
              <a:ext uri="{FF2B5EF4-FFF2-40B4-BE49-F238E27FC236}">
                <a16:creationId xmlns:a16="http://schemas.microsoft.com/office/drawing/2014/main" id="{EA27010B-312F-2587-2C2B-88AB2B6BD418}"/>
              </a:ext>
            </a:extLst>
          </p:cNvPr>
          <p:cNvGrpSpPr/>
          <p:nvPr/>
        </p:nvGrpSpPr>
        <p:grpSpPr>
          <a:xfrm>
            <a:off x="9143186" y="719005"/>
            <a:ext cx="1011437" cy="276999"/>
            <a:chOff x="9532209" y="672665"/>
            <a:chExt cx="1011437" cy="276999"/>
          </a:xfrm>
        </p:grpSpPr>
        <p:sp>
          <p:nvSpPr>
            <p:cNvPr id="210" name="楕円 209">
              <a:extLst>
                <a:ext uri="{FF2B5EF4-FFF2-40B4-BE49-F238E27FC236}">
                  <a16:creationId xmlns:a16="http://schemas.microsoft.com/office/drawing/2014/main" id="{947A1261-185B-694C-DA90-F642FEA5748C}"/>
                </a:ext>
              </a:extLst>
            </p:cNvPr>
            <p:cNvSpPr/>
            <p:nvPr/>
          </p:nvSpPr>
          <p:spPr>
            <a:xfrm>
              <a:off x="9532209" y="742270"/>
              <a:ext cx="144000" cy="144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2" name="テキスト ボックス 211">
              <a:extLst>
                <a:ext uri="{FF2B5EF4-FFF2-40B4-BE49-F238E27FC236}">
                  <a16:creationId xmlns:a16="http://schemas.microsoft.com/office/drawing/2014/main" id="{09DDAEEC-F4E1-DECB-4750-E35837C5EF2C}"/>
                </a:ext>
              </a:extLst>
            </p:cNvPr>
            <p:cNvSpPr txBox="1"/>
            <p:nvPr/>
          </p:nvSpPr>
          <p:spPr>
            <a:xfrm>
              <a:off x="9676209" y="672665"/>
              <a:ext cx="86743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200" dirty="0">
                  <a:solidFill>
                    <a:schemeClr val="bg1"/>
                  </a:solidFill>
                </a:rPr>
                <a:t>Sensor(s)</a:t>
              </a:r>
              <a:endParaRPr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38" name="グループ化 537">
            <a:extLst>
              <a:ext uri="{FF2B5EF4-FFF2-40B4-BE49-F238E27FC236}">
                <a16:creationId xmlns:a16="http://schemas.microsoft.com/office/drawing/2014/main" id="{3D29A446-DC49-A66D-FC0A-95F2C6D61192}"/>
              </a:ext>
            </a:extLst>
          </p:cNvPr>
          <p:cNvGrpSpPr/>
          <p:nvPr/>
        </p:nvGrpSpPr>
        <p:grpSpPr>
          <a:xfrm>
            <a:off x="9143186" y="1016185"/>
            <a:ext cx="1185710" cy="276999"/>
            <a:chOff x="9532209" y="969845"/>
            <a:chExt cx="1185710" cy="276999"/>
          </a:xfrm>
        </p:grpSpPr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4EC974B8-72F9-3B16-C9D7-BF4C99A82146}"/>
                </a:ext>
              </a:extLst>
            </p:cNvPr>
            <p:cNvSpPr/>
            <p:nvPr/>
          </p:nvSpPr>
          <p:spPr>
            <a:xfrm>
              <a:off x="9532209" y="1040277"/>
              <a:ext cx="144000" cy="144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4" name="テキスト ボックス 213">
              <a:extLst>
                <a:ext uri="{FF2B5EF4-FFF2-40B4-BE49-F238E27FC236}">
                  <a16:creationId xmlns:a16="http://schemas.microsoft.com/office/drawing/2014/main" id="{C05882A3-D151-08AA-5F4E-CC0944E6E047}"/>
                </a:ext>
              </a:extLst>
            </p:cNvPr>
            <p:cNvSpPr txBox="1"/>
            <p:nvPr/>
          </p:nvSpPr>
          <p:spPr>
            <a:xfrm>
              <a:off x="9676209" y="969845"/>
              <a:ext cx="10417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200" dirty="0">
                  <a:solidFill>
                    <a:schemeClr val="bg1"/>
                  </a:solidFill>
                </a:rPr>
                <a:t>Actuator(s)</a:t>
              </a:r>
              <a:endParaRPr lang="ja-JP" altLang="en-US" sz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18" name="直線矢印コネクタ 217">
            <a:extLst>
              <a:ext uri="{FF2B5EF4-FFF2-40B4-BE49-F238E27FC236}">
                <a16:creationId xmlns:a16="http://schemas.microsoft.com/office/drawing/2014/main" id="{5D50A323-7E7C-0393-91C7-968AD2BC7BB8}"/>
              </a:ext>
            </a:extLst>
          </p:cNvPr>
          <p:cNvCxnSpPr>
            <a:cxnSpLocks/>
          </p:cNvCxnSpPr>
          <p:nvPr/>
        </p:nvCxnSpPr>
        <p:spPr>
          <a:xfrm flipV="1">
            <a:off x="534385" y="3894364"/>
            <a:ext cx="0" cy="795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462AD76A-0B70-BD5C-2DD8-D81CDA0F1162}"/>
              </a:ext>
            </a:extLst>
          </p:cNvPr>
          <p:cNvSpPr txBox="1"/>
          <p:nvPr/>
        </p:nvSpPr>
        <p:spPr>
          <a:xfrm rot="16200000">
            <a:off x="-155988" y="4200865"/>
            <a:ext cx="11205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ja-JP" sz="1100" b="1" dirty="0">
                <a:solidFill>
                  <a:schemeClr val="bg1"/>
                </a:solidFill>
              </a:rPr>
              <a:t>performance</a:t>
            </a:r>
            <a:endParaRPr lang="ja-JP" altLang="en-US" sz="1100" b="1" dirty="0">
              <a:solidFill>
                <a:schemeClr val="bg1"/>
              </a:solidFill>
            </a:endParaRPr>
          </a:p>
        </p:txBody>
      </p:sp>
      <p:grpSp>
        <p:nvGrpSpPr>
          <p:cNvPr id="550" name="グループ化 549">
            <a:extLst>
              <a:ext uri="{FF2B5EF4-FFF2-40B4-BE49-F238E27FC236}">
                <a16:creationId xmlns:a16="http://schemas.microsoft.com/office/drawing/2014/main" id="{48F07680-BE25-963F-DC0C-11B0E5828996}"/>
              </a:ext>
            </a:extLst>
          </p:cNvPr>
          <p:cNvGrpSpPr/>
          <p:nvPr/>
        </p:nvGrpSpPr>
        <p:grpSpPr>
          <a:xfrm>
            <a:off x="3791644" y="2508325"/>
            <a:ext cx="2040474" cy="2524487"/>
            <a:chOff x="3800002" y="3678821"/>
            <a:chExt cx="2040474" cy="2524487"/>
          </a:xfrm>
        </p:grpSpPr>
        <p:grpSp>
          <p:nvGrpSpPr>
            <p:cNvPr id="319" name="グループ化 318">
              <a:extLst>
                <a:ext uri="{FF2B5EF4-FFF2-40B4-BE49-F238E27FC236}">
                  <a16:creationId xmlns:a16="http://schemas.microsoft.com/office/drawing/2014/main" id="{AB178C79-F3C7-647A-16A1-861703EEDFD4}"/>
                </a:ext>
              </a:extLst>
            </p:cNvPr>
            <p:cNvGrpSpPr/>
            <p:nvPr/>
          </p:nvGrpSpPr>
          <p:grpSpPr>
            <a:xfrm>
              <a:off x="3800002" y="5135275"/>
              <a:ext cx="648000" cy="1068033"/>
              <a:chOff x="614256" y="5135275"/>
              <a:chExt cx="648000" cy="1068033"/>
            </a:xfrm>
          </p:grpSpPr>
          <p:sp>
            <p:nvSpPr>
              <p:cNvPr id="320" name="楕円 319">
                <a:extLst>
                  <a:ext uri="{FF2B5EF4-FFF2-40B4-BE49-F238E27FC236}">
                    <a16:creationId xmlns:a16="http://schemas.microsoft.com/office/drawing/2014/main" id="{DF32695E-0FAD-3752-6B2C-EB1DD100FC6C}"/>
                  </a:ext>
                </a:extLst>
              </p:cNvPr>
              <p:cNvSpPr/>
              <p:nvPr/>
            </p:nvSpPr>
            <p:spPr>
              <a:xfrm>
                <a:off x="721873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21" name="正方形/長方形 320">
                <a:extLst>
                  <a:ext uri="{FF2B5EF4-FFF2-40B4-BE49-F238E27FC236}">
                    <a16:creationId xmlns:a16="http://schemas.microsoft.com/office/drawing/2014/main" id="{F7CBBA39-DEFD-B9B8-9488-0024F7B51872}"/>
                  </a:ext>
                </a:extLst>
              </p:cNvPr>
              <p:cNvSpPr/>
              <p:nvPr/>
            </p:nvSpPr>
            <p:spPr>
              <a:xfrm>
                <a:off x="1010256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322" name="直線コネクタ 321">
                <a:extLst>
                  <a:ext uri="{FF2B5EF4-FFF2-40B4-BE49-F238E27FC236}">
                    <a16:creationId xmlns:a16="http://schemas.microsoft.com/office/drawing/2014/main" id="{2AE4804E-AA38-BE03-716F-11D61BC5AC96}"/>
                  </a:ext>
                </a:extLst>
              </p:cNvPr>
              <p:cNvCxnSpPr>
                <a:cxnSpLocks/>
                <a:stCxn id="320" idx="0"/>
                <a:endCxn id="326" idx="2"/>
              </p:cNvCxnSpPr>
              <p:nvPr/>
            </p:nvCxnSpPr>
            <p:spPr>
              <a:xfrm flipV="1">
                <a:off x="793873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線コネクタ 322">
                <a:extLst>
                  <a:ext uri="{FF2B5EF4-FFF2-40B4-BE49-F238E27FC236}">
                    <a16:creationId xmlns:a16="http://schemas.microsoft.com/office/drawing/2014/main" id="{18D0E031-5810-CB9A-ADCD-6280D14DA4D3}"/>
                  </a:ext>
                </a:extLst>
              </p:cNvPr>
              <p:cNvCxnSpPr>
                <a:cxnSpLocks/>
                <a:stCxn id="321" idx="0"/>
                <a:endCxn id="325" idx="2"/>
              </p:cNvCxnSpPr>
              <p:nvPr/>
            </p:nvCxnSpPr>
            <p:spPr>
              <a:xfrm flipV="1">
                <a:off x="1082256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4" name="正方形/長方形 323">
                <a:extLst>
                  <a:ext uri="{FF2B5EF4-FFF2-40B4-BE49-F238E27FC236}">
                    <a16:creationId xmlns:a16="http://schemas.microsoft.com/office/drawing/2014/main" id="{F1D2B65E-54F1-77F4-F40A-6A72F506BD17}"/>
                  </a:ext>
                </a:extLst>
              </p:cNvPr>
              <p:cNvSpPr/>
              <p:nvPr/>
            </p:nvSpPr>
            <p:spPr>
              <a:xfrm>
                <a:off x="614256" y="5135275"/>
                <a:ext cx="648000" cy="710095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VCU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25" name="正方形/長方形 324">
                <a:extLst>
                  <a:ext uri="{FF2B5EF4-FFF2-40B4-BE49-F238E27FC236}">
                    <a16:creationId xmlns:a16="http://schemas.microsoft.com/office/drawing/2014/main" id="{256EDD86-62C9-2122-8B03-814A4DD66DEE}"/>
                  </a:ext>
                </a:extLst>
              </p:cNvPr>
              <p:cNvSpPr/>
              <p:nvPr/>
            </p:nvSpPr>
            <p:spPr>
              <a:xfrm>
                <a:off x="974256" y="5394163"/>
                <a:ext cx="216000" cy="385719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26" name="正方形/長方形 325">
                <a:extLst>
                  <a:ext uri="{FF2B5EF4-FFF2-40B4-BE49-F238E27FC236}">
                    <a16:creationId xmlns:a16="http://schemas.microsoft.com/office/drawing/2014/main" id="{4B3F0F0D-B473-EAE3-99CF-B86158FBB263}"/>
                  </a:ext>
                </a:extLst>
              </p:cNvPr>
              <p:cNvSpPr/>
              <p:nvPr/>
            </p:nvSpPr>
            <p:spPr>
              <a:xfrm>
                <a:off x="685873" y="5372100"/>
                <a:ext cx="216000" cy="407782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333" name="グループ化 332">
              <a:extLst>
                <a:ext uri="{FF2B5EF4-FFF2-40B4-BE49-F238E27FC236}">
                  <a16:creationId xmlns:a16="http://schemas.microsoft.com/office/drawing/2014/main" id="{6C181258-0DF9-82A4-4CAE-B91F37993E8A}"/>
                </a:ext>
              </a:extLst>
            </p:cNvPr>
            <p:cNvGrpSpPr/>
            <p:nvPr/>
          </p:nvGrpSpPr>
          <p:grpSpPr>
            <a:xfrm>
              <a:off x="5192476" y="5135275"/>
              <a:ext cx="648000" cy="1068033"/>
              <a:chOff x="3044714" y="5135275"/>
              <a:chExt cx="648000" cy="1068033"/>
            </a:xfrm>
          </p:grpSpPr>
          <p:sp>
            <p:nvSpPr>
              <p:cNvPr id="334" name="楕円 333">
                <a:extLst>
                  <a:ext uri="{FF2B5EF4-FFF2-40B4-BE49-F238E27FC236}">
                    <a16:creationId xmlns:a16="http://schemas.microsoft.com/office/drawing/2014/main" id="{CB4AB8E8-455E-69E5-DD30-104413155B67}"/>
                  </a:ext>
                </a:extLst>
              </p:cNvPr>
              <p:cNvSpPr/>
              <p:nvPr/>
            </p:nvSpPr>
            <p:spPr>
              <a:xfrm>
                <a:off x="3159214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35" name="正方形/長方形 334">
                <a:extLst>
                  <a:ext uri="{FF2B5EF4-FFF2-40B4-BE49-F238E27FC236}">
                    <a16:creationId xmlns:a16="http://schemas.microsoft.com/office/drawing/2014/main" id="{D504D1AB-7621-9A23-DFC6-CAB3C99042C2}"/>
                  </a:ext>
                </a:extLst>
              </p:cNvPr>
              <p:cNvSpPr/>
              <p:nvPr/>
            </p:nvSpPr>
            <p:spPr>
              <a:xfrm>
                <a:off x="3447478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336" name="直線コネクタ 335">
                <a:extLst>
                  <a:ext uri="{FF2B5EF4-FFF2-40B4-BE49-F238E27FC236}">
                    <a16:creationId xmlns:a16="http://schemas.microsoft.com/office/drawing/2014/main" id="{3B3554F9-CB14-8B59-F4FB-6D7031AF736C}"/>
                  </a:ext>
                </a:extLst>
              </p:cNvPr>
              <p:cNvCxnSpPr>
                <a:cxnSpLocks/>
                <a:stCxn id="334" idx="0"/>
                <a:endCxn id="340" idx="2"/>
              </p:cNvCxnSpPr>
              <p:nvPr/>
            </p:nvCxnSpPr>
            <p:spPr>
              <a:xfrm flipV="1">
                <a:off x="3231214" y="5779881"/>
                <a:ext cx="0" cy="279427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直線コネクタ 336">
                <a:extLst>
                  <a:ext uri="{FF2B5EF4-FFF2-40B4-BE49-F238E27FC236}">
                    <a16:creationId xmlns:a16="http://schemas.microsoft.com/office/drawing/2014/main" id="{8089D34C-F185-B585-7990-1B0F41F2D50E}"/>
                  </a:ext>
                </a:extLst>
              </p:cNvPr>
              <p:cNvCxnSpPr>
                <a:cxnSpLocks/>
                <a:stCxn id="335" idx="0"/>
                <a:endCxn id="339" idx="2"/>
              </p:cNvCxnSpPr>
              <p:nvPr/>
            </p:nvCxnSpPr>
            <p:spPr>
              <a:xfrm flipV="1">
                <a:off x="3519478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8" name="正方形/長方形 337">
                <a:extLst>
                  <a:ext uri="{FF2B5EF4-FFF2-40B4-BE49-F238E27FC236}">
                    <a16:creationId xmlns:a16="http://schemas.microsoft.com/office/drawing/2014/main" id="{62CB80B3-94D2-BA6F-7340-263B5CB2D9EC}"/>
                  </a:ext>
                </a:extLst>
              </p:cNvPr>
              <p:cNvSpPr/>
              <p:nvPr/>
            </p:nvSpPr>
            <p:spPr>
              <a:xfrm>
                <a:off x="3044714" y="5135275"/>
                <a:ext cx="648000" cy="710095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Zone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39" name="正方形/長方形 338">
                <a:extLst>
                  <a:ext uri="{FF2B5EF4-FFF2-40B4-BE49-F238E27FC236}">
                    <a16:creationId xmlns:a16="http://schemas.microsoft.com/office/drawing/2014/main" id="{9B4C2BAF-58C0-9911-3916-166A0E8160E3}"/>
                  </a:ext>
                </a:extLst>
              </p:cNvPr>
              <p:cNvSpPr/>
              <p:nvPr/>
            </p:nvSpPr>
            <p:spPr>
              <a:xfrm>
                <a:off x="3411478" y="5587565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40" name="正方形/長方形 339">
                <a:extLst>
                  <a:ext uri="{FF2B5EF4-FFF2-40B4-BE49-F238E27FC236}">
                    <a16:creationId xmlns:a16="http://schemas.microsoft.com/office/drawing/2014/main" id="{E7603C52-A04A-4D8E-95A0-FD2F6AF42723}"/>
                  </a:ext>
                </a:extLst>
              </p:cNvPr>
              <p:cNvSpPr/>
              <p:nvPr/>
            </p:nvSpPr>
            <p:spPr>
              <a:xfrm>
                <a:off x="3123214" y="5734162"/>
                <a:ext cx="216000" cy="45719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341" name="グループ化 340">
              <a:extLst>
                <a:ext uri="{FF2B5EF4-FFF2-40B4-BE49-F238E27FC236}">
                  <a16:creationId xmlns:a16="http://schemas.microsoft.com/office/drawing/2014/main" id="{4AE1EC44-B039-1CCA-9BFC-E97EC73FD287}"/>
                </a:ext>
              </a:extLst>
            </p:cNvPr>
            <p:cNvGrpSpPr/>
            <p:nvPr/>
          </p:nvGrpSpPr>
          <p:grpSpPr>
            <a:xfrm>
              <a:off x="4495492" y="5135275"/>
              <a:ext cx="648000" cy="1068033"/>
              <a:chOff x="2234157" y="5135275"/>
              <a:chExt cx="648000" cy="1068033"/>
            </a:xfrm>
          </p:grpSpPr>
          <p:sp>
            <p:nvSpPr>
              <p:cNvPr id="342" name="楕円 341">
                <a:extLst>
                  <a:ext uri="{FF2B5EF4-FFF2-40B4-BE49-F238E27FC236}">
                    <a16:creationId xmlns:a16="http://schemas.microsoft.com/office/drawing/2014/main" id="{BCF46BDE-022E-B6A1-2186-021EC0881BD8}"/>
                  </a:ext>
                </a:extLst>
              </p:cNvPr>
              <p:cNvSpPr/>
              <p:nvPr/>
            </p:nvSpPr>
            <p:spPr>
              <a:xfrm>
                <a:off x="2340400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43" name="正方形/長方形 342">
                <a:extLst>
                  <a:ext uri="{FF2B5EF4-FFF2-40B4-BE49-F238E27FC236}">
                    <a16:creationId xmlns:a16="http://schemas.microsoft.com/office/drawing/2014/main" id="{89C7C375-05C8-C940-9607-1A056E7C9754}"/>
                  </a:ext>
                </a:extLst>
              </p:cNvPr>
              <p:cNvSpPr/>
              <p:nvPr/>
            </p:nvSpPr>
            <p:spPr>
              <a:xfrm>
                <a:off x="2634503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344" name="直線コネクタ 343">
                <a:extLst>
                  <a:ext uri="{FF2B5EF4-FFF2-40B4-BE49-F238E27FC236}">
                    <a16:creationId xmlns:a16="http://schemas.microsoft.com/office/drawing/2014/main" id="{B4EBD595-CC42-3FAE-ED37-F59E48F8C689}"/>
                  </a:ext>
                </a:extLst>
              </p:cNvPr>
              <p:cNvCxnSpPr>
                <a:cxnSpLocks/>
                <a:stCxn id="343" idx="0"/>
                <a:endCxn id="347" idx="2"/>
              </p:cNvCxnSpPr>
              <p:nvPr/>
            </p:nvCxnSpPr>
            <p:spPr>
              <a:xfrm flipV="1">
                <a:off x="2706503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直線コネクタ 344">
                <a:extLst>
                  <a:ext uri="{FF2B5EF4-FFF2-40B4-BE49-F238E27FC236}">
                    <a16:creationId xmlns:a16="http://schemas.microsoft.com/office/drawing/2014/main" id="{D46CFE74-9F44-9733-9B0F-E6F07463A7C9}"/>
                  </a:ext>
                </a:extLst>
              </p:cNvPr>
              <p:cNvCxnSpPr>
                <a:cxnSpLocks/>
                <a:stCxn id="342" idx="0"/>
                <a:endCxn id="348" idx="2"/>
              </p:cNvCxnSpPr>
              <p:nvPr/>
            </p:nvCxnSpPr>
            <p:spPr>
              <a:xfrm flipV="1">
                <a:off x="2412400" y="5779881"/>
                <a:ext cx="0" cy="279427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6" name="正方形/長方形 345">
                <a:extLst>
                  <a:ext uri="{FF2B5EF4-FFF2-40B4-BE49-F238E27FC236}">
                    <a16:creationId xmlns:a16="http://schemas.microsoft.com/office/drawing/2014/main" id="{4AADC408-40F9-D40D-CD29-AC55671AD1C6}"/>
                  </a:ext>
                </a:extLst>
              </p:cNvPr>
              <p:cNvSpPr/>
              <p:nvPr/>
            </p:nvSpPr>
            <p:spPr>
              <a:xfrm>
                <a:off x="2234157" y="5135275"/>
                <a:ext cx="648000" cy="710095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Zone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47" name="正方形/長方形 346">
                <a:extLst>
                  <a:ext uri="{FF2B5EF4-FFF2-40B4-BE49-F238E27FC236}">
                    <a16:creationId xmlns:a16="http://schemas.microsoft.com/office/drawing/2014/main" id="{1C199EE2-F7A8-0479-4F1A-6797B05466E3}"/>
                  </a:ext>
                </a:extLst>
              </p:cNvPr>
              <p:cNvSpPr/>
              <p:nvPr/>
            </p:nvSpPr>
            <p:spPr>
              <a:xfrm>
                <a:off x="2598503" y="5587565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48" name="正方形/長方形 347">
                <a:extLst>
                  <a:ext uri="{FF2B5EF4-FFF2-40B4-BE49-F238E27FC236}">
                    <a16:creationId xmlns:a16="http://schemas.microsoft.com/office/drawing/2014/main" id="{902842E1-6D54-BEB9-1D7B-7E9C097D646F}"/>
                  </a:ext>
                </a:extLst>
              </p:cNvPr>
              <p:cNvSpPr/>
              <p:nvPr/>
            </p:nvSpPr>
            <p:spPr>
              <a:xfrm>
                <a:off x="2304400" y="5669280"/>
                <a:ext cx="216000" cy="11060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cxnSp>
          <p:nvCxnSpPr>
            <p:cNvPr id="351" name="コネクタ: カギ線 350">
              <a:extLst>
                <a:ext uri="{FF2B5EF4-FFF2-40B4-BE49-F238E27FC236}">
                  <a16:creationId xmlns:a16="http://schemas.microsoft.com/office/drawing/2014/main" id="{7EBA0C9B-3F6A-BD83-6D04-7E5DD9A9F4EB}"/>
                </a:ext>
              </a:extLst>
            </p:cNvPr>
            <p:cNvCxnSpPr>
              <a:cxnSpLocks/>
              <a:stCxn id="331" idx="2"/>
              <a:endCxn id="324" idx="0"/>
            </p:cNvCxnSpPr>
            <p:nvPr/>
          </p:nvCxnSpPr>
          <p:spPr>
            <a:xfrm rot="5400000">
              <a:off x="3904382" y="4775821"/>
              <a:ext cx="579075" cy="139833"/>
            </a:xfrm>
            <a:prstGeom prst="bentConnector3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コネクタ: カギ線 353">
              <a:extLst>
                <a:ext uri="{FF2B5EF4-FFF2-40B4-BE49-F238E27FC236}">
                  <a16:creationId xmlns:a16="http://schemas.microsoft.com/office/drawing/2014/main" id="{4598D348-8443-8E52-4879-72CBDA181B81}"/>
                </a:ext>
              </a:extLst>
            </p:cNvPr>
            <p:cNvCxnSpPr>
              <a:cxnSpLocks/>
              <a:stCxn id="317" idx="2"/>
              <a:endCxn id="338" idx="0"/>
            </p:cNvCxnSpPr>
            <p:nvPr/>
          </p:nvCxnSpPr>
          <p:spPr>
            <a:xfrm rot="16200000" flipH="1">
              <a:off x="5060723" y="4679521"/>
              <a:ext cx="579075" cy="33243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コネクタ: カギ線 356">
              <a:extLst>
                <a:ext uri="{FF2B5EF4-FFF2-40B4-BE49-F238E27FC236}">
                  <a16:creationId xmlns:a16="http://schemas.microsoft.com/office/drawing/2014/main" id="{074CBBD0-7695-617C-3E59-1346B753BDF0}"/>
                </a:ext>
              </a:extLst>
            </p:cNvPr>
            <p:cNvCxnSpPr>
              <a:cxnSpLocks/>
              <a:stCxn id="317" idx="2"/>
              <a:endCxn id="346" idx="0"/>
            </p:cNvCxnSpPr>
            <p:nvPr/>
          </p:nvCxnSpPr>
          <p:spPr>
            <a:xfrm rot="5400000">
              <a:off x="4712232" y="4663461"/>
              <a:ext cx="579075" cy="36455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0" name="グループ化 349">
              <a:extLst>
                <a:ext uri="{FF2B5EF4-FFF2-40B4-BE49-F238E27FC236}">
                  <a16:creationId xmlns:a16="http://schemas.microsoft.com/office/drawing/2014/main" id="{0C36B05A-48D9-3CB5-F020-E2D3E0A184CD}"/>
                </a:ext>
              </a:extLst>
            </p:cNvPr>
            <p:cNvGrpSpPr/>
            <p:nvPr/>
          </p:nvGrpSpPr>
          <p:grpSpPr>
            <a:xfrm>
              <a:off x="3973632" y="3678821"/>
              <a:ext cx="1469249" cy="923738"/>
              <a:chOff x="4294561" y="3678821"/>
              <a:chExt cx="1469249" cy="923738"/>
            </a:xfrm>
          </p:grpSpPr>
          <p:sp>
            <p:nvSpPr>
              <p:cNvPr id="316" name="正方形/長方形 315">
                <a:extLst>
                  <a:ext uri="{FF2B5EF4-FFF2-40B4-BE49-F238E27FC236}">
                    <a16:creationId xmlns:a16="http://schemas.microsoft.com/office/drawing/2014/main" id="{374B9CB8-F3F7-0400-B2FB-07DAD1278654}"/>
                  </a:ext>
                </a:extLst>
              </p:cNvPr>
              <p:cNvSpPr/>
              <p:nvPr/>
            </p:nvSpPr>
            <p:spPr>
              <a:xfrm>
                <a:off x="4294561" y="3678821"/>
                <a:ext cx="1469249" cy="9237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 dirty="0">
                    <a:solidFill>
                      <a:schemeClr val="tx1"/>
                    </a:solidFill>
                  </a:rPr>
                  <a:t>Central compute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正方形/長方形 316">
                <a:extLst>
                  <a:ext uri="{FF2B5EF4-FFF2-40B4-BE49-F238E27FC236}">
                    <a16:creationId xmlns:a16="http://schemas.microsoft.com/office/drawing/2014/main" id="{8759FB8D-6B87-2A08-643E-4B480A7EAFE5}"/>
                  </a:ext>
                </a:extLst>
              </p:cNvPr>
              <p:cNvSpPr/>
              <p:nvPr/>
            </p:nvSpPr>
            <p:spPr>
              <a:xfrm>
                <a:off x="5324974" y="4504315"/>
                <a:ext cx="360000" cy="51885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18" name="正方形/長方形 317">
                <a:extLst>
                  <a:ext uri="{FF2B5EF4-FFF2-40B4-BE49-F238E27FC236}">
                    <a16:creationId xmlns:a16="http://schemas.microsoft.com/office/drawing/2014/main" id="{B4E6794E-AA86-3EDE-6A6A-0A85C5C1BB81}"/>
                  </a:ext>
                </a:extLst>
              </p:cNvPr>
              <p:cNvSpPr/>
              <p:nvPr/>
            </p:nvSpPr>
            <p:spPr>
              <a:xfrm>
                <a:off x="4864993" y="4386558"/>
                <a:ext cx="360000" cy="169642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31" name="正方形/長方形 330">
                <a:extLst>
                  <a:ext uri="{FF2B5EF4-FFF2-40B4-BE49-F238E27FC236}">
                    <a16:creationId xmlns:a16="http://schemas.microsoft.com/office/drawing/2014/main" id="{200D1AA5-4BF3-D52C-A73F-69AE6BFA69A3}"/>
                  </a:ext>
                </a:extLst>
              </p:cNvPr>
              <p:cNvSpPr/>
              <p:nvPr/>
            </p:nvSpPr>
            <p:spPr>
              <a:xfrm>
                <a:off x="4404764" y="4009940"/>
                <a:ext cx="360000" cy="54626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</p:grpSp>
      <p:grpSp>
        <p:nvGrpSpPr>
          <p:cNvPr id="551" name="グループ化 550">
            <a:extLst>
              <a:ext uri="{FF2B5EF4-FFF2-40B4-BE49-F238E27FC236}">
                <a16:creationId xmlns:a16="http://schemas.microsoft.com/office/drawing/2014/main" id="{B84E6199-EE38-EFA5-56B6-FFD2246963AF}"/>
              </a:ext>
            </a:extLst>
          </p:cNvPr>
          <p:cNvGrpSpPr/>
          <p:nvPr/>
        </p:nvGrpSpPr>
        <p:grpSpPr>
          <a:xfrm>
            <a:off x="6269898" y="2508325"/>
            <a:ext cx="2891102" cy="2524487"/>
            <a:chOff x="6239340" y="3678821"/>
            <a:chExt cx="2891102" cy="2524487"/>
          </a:xfrm>
        </p:grpSpPr>
        <p:grpSp>
          <p:nvGrpSpPr>
            <p:cNvPr id="379" name="グループ化 378">
              <a:extLst>
                <a:ext uri="{FF2B5EF4-FFF2-40B4-BE49-F238E27FC236}">
                  <a16:creationId xmlns:a16="http://schemas.microsoft.com/office/drawing/2014/main" id="{FDA5CC73-9386-678F-7813-8E461BD8235C}"/>
                </a:ext>
              </a:extLst>
            </p:cNvPr>
            <p:cNvGrpSpPr/>
            <p:nvPr/>
          </p:nvGrpSpPr>
          <p:grpSpPr>
            <a:xfrm>
              <a:off x="8482442" y="5135275"/>
              <a:ext cx="648000" cy="1068033"/>
              <a:chOff x="3044714" y="5135275"/>
              <a:chExt cx="648000" cy="1068033"/>
            </a:xfrm>
          </p:grpSpPr>
          <p:sp>
            <p:nvSpPr>
              <p:cNvPr id="380" name="楕円 379">
                <a:extLst>
                  <a:ext uri="{FF2B5EF4-FFF2-40B4-BE49-F238E27FC236}">
                    <a16:creationId xmlns:a16="http://schemas.microsoft.com/office/drawing/2014/main" id="{E5814D52-6455-5B1F-7F6E-C34D0C7AA23D}"/>
                  </a:ext>
                </a:extLst>
              </p:cNvPr>
              <p:cNvSpPr/>
              <p:nvPr/>
            </p:nvSpPr>
            <p:spPr>
              <a:xfrm>
                <a:off x="3159214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81" name="正方形/長方形 380">
                <a:extLst>
                  <a:ext uri="{FF2B5EF4-FFF2-40B4-BE49-F238E27FC236}">
                    <a16:creationId xmlns:a16="http://schemas.microsoft.com/office/drawing/2014/main" id="{D2EBE767-0765-D249-A088-82E064DB441C}"/>
                  </a:ext>
                </a:extLst>
              </p:cNvPr>
              <p:cNvSpPr/>
              <p:nvPr/>
            </p:nvSpPr>
            <p:spPr>
              <a:xfrm>
                <a:off x="3447478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382" name="直線コネクタ 381">
                <a:extLst>
                  <a:ext uri="{FF2B5EF4-FFF2-40B4-BE49-F238E27FC236}">
                    <a16:creationId xmlns:a16="http://schemas.microsoft.com/office/drawing/2014/main" id="{29512473-BCD8-EC7F-B7A0-4FC2B7F4AA13}"/>
                  </a:ext>
                </a:extLst>
              </p:cNvPr>
              <p:cNvCxnSpPr>
                <a:cxnSpLocks/>
                <a:stCxn id="380" idx="0"/>
                <a:endCxn id="386" idx="2"/>
              </p:cNvCxnSpPr>
              <p:nvPr/>
            </p:nvCxnSpPr>
            <p:spPr>
              <a:xfrm flipV="1">
                <a:off x="3231214" y="5779881"/>
                <a:ext cx="0" cy="279427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線コネクタ 382">
                <a:extLst>
                  <a:ext uri="{FF2B5EF4-FFF2-40B4-BE49-F238E27FC236}">
                    <a16:creationId xmlns:a16="http://schemas.microsoft.com/office/drawing/2014/main" id="{0122A968-9BA1-4CAB-D066-FC2D02D4486F}"/>
                  </a:ext>
                </a:extLst>
              </p:cNvPr>
              <p:cNvCxnSpPr>
                <a:cxnSpLocks/>
                <a:stCxn id="381" idx="0"/>
                <a:endCxn id="385" idx="2"/>
              </p:cNvCxnSpPr>
              <p:nvPr/>
            </p:nvCxnSpPr>
            <p:spPr>
              <a:xfrm flipV="1">
                <a:off x="3519478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4" name="正方形/長方形 383">
                <a:extLst>
                  <a:ext uri="{FF2B5EF4-FFF2-40B4-BE49-F238E27FC236}">
                    <a16:creationId xmlns:a16="http://schemas.microsoft.com/office/drawing/2014/main" id="{179D89D5-90AE-C076-1739-7BCECCEF5A92}"/>
                  </a:ext>
                </a:extLst>
              </p:cNvPr>
              <p:cNvSpPr/>
              <p:nvPr/>
            </p:nvSpPr>
            <p:spPr>
              <a:xfrm>
                <a:off x="3044714" y="5135275"/>
                <a:ext cx="648000" cy="710095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Zone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85" name="正方形/長方形 384">
                <a:extLst>
                  <a:ext uri="{FF2B5EF4-FFF2-40B4-BE49-F238E27FC236}">
                    <a16:creationId xmlns:a16="http://schemas.microsoft.com/office/drawing/2014/main" id="{C05C760A-0609-1A7A-8C9E-5221760061EF}"/>
                  </a:ext>
                </a:extLst>
              </p:cNvPr>
              <p:cNvSpPr/>
              <p:nvPr/>
            </p:nvSpPr>
            <p:spPr>
              <a:xfrm>
                <a:off x="3411478" y="5587565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86" name="正方形/長方形 385">
                <a:extLst>
                  <a:ext uri="{FF2B5EF4-FFF2-40B4-BE49-F238E27FC236}">
                    <a16:creationId xmlns:a16="http://schemas.microsoft.com/office/drawing/2014/main" id="{8F77F2CE-FD4F-8C74-7072-A90A14C8A80E}"/>
                  </a:ext>
                </a:extLst>
              </p:cNvPr>
              <p:cNvSpPr/>
              <p:nvPr/>
            </p:nvSpPr>
            <p:spPr>
              <a:xfrm>
                <a:off x="3123214" y="5734162"/>
                <a:ext cx="216000" cy="45719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387" name="グループ化 386">
              <a:extLst>
                <a:ext uri="{FF2B5EF4-FFF2-40B4-BE49-F238E27FC236}">
                  <a16:creationId xmlns:a16="http://schemas.microsoft.com/office/drawing/2014/main" id="{0AD60C54-E10D-27B4-C15F-256AD3B8C2BF}"/>
                </a:ext>
              </a:extLst>
            </p:cNvPr>
            <p:cNvGrpSpPr/>
            <p:nvPr/>
          </p:nvGrpSpPr>
          <p:grpSpPr>
            <a:xfrm>
              <a:off x="7785608" y="5135275"/>
              <a:ext cx="648000" cy="1068033"/>
              <a:chOff x="2234157" y="5135275"/>
              <a:chExt cx="648000" cy="1068033"/>
            </a:xfrm>
          </p:grpSpPr>
          <p:sp>
            <p:nvSpPr>
              <p:cNvPr id="388" name="楕円 387">
                <a:extLst>
                  <a:ext uri="{FF2B5EF4-FFF2-40B4-BE49-F238E27FC236}">
                    <a16:creationId xmlns:a16="http://schemas.microsoft.com/office/drawing/2014/main" id="{506FBDE3-7783-D629-9C7C-055288D40243}"/>
                  </a:ext>
                </a:extLst>
              </p:cNvPr>
              <p:cNvSpPr/>
              <p:nvPr/>
            </p:nvSpPr>
            <p:spPr>
              <a:xfrm>
                <a:off x="2340400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89" name="正方形/長方形 388">
                <a:extLst>
                  <a:ext uri="{FF2B5EF4-FFF2-40B4-BE49-F238E27FC236}">
                    <a16:creationId xmlns:a16="http://schemas.microsoft.com/office/drawing/2014/main" id="{62DB69DE-9352-D764-530D-6243A9AECDCB}"/>
                  </a:ext>
                </a:extLst>
              </p:cNvPr>
              <p:cNvSpPr/>
              <p:nvPr/>
            </p:nvSpPr>
            <p:spPr>
              <a:xfrm>
                <a:off x="2634503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390" name="直線コネクタ 389">
                <a:extLst>
                  <a:ext uri="{FF2B5EF4-FFF2-40B4-BE49-F238E27FC236}">
                    <a16:creationId xmlns:a16="http://schemas.microsoft.com/office/drawing/2014/main" id="{30AB9A05-15C7-2C2D-AE6E-98CD27B76393}"/>
                  </a:ext>
                </a:extLst>
              </p:cNvPr>
              <p:cNvCxnSpPr>
                <a:cxnSpLocks/>
                <a:stCxn id="389" idx="0"/>
                <a:endCxn id="393" idx="2"/>
              </p:cNvCxnSpPr>
              <p:nvPr/>
            </p:nvCxnSpPr>
            <p:spPr>
              <a:xfrm flipV="1">
                <a:off x="2706503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線コネクタ 390">
                <a:extLst>
                  <a:ext uri="{FF2B5EF4-FFF2-40B4-BE49-F238E27FC236}">
                    <a16:creationId xmlns:a16="http://schemas.microsoft.com/office/drawing/2014/main" id="{86DB1A74-8844-2A44-A71F-C03B346CC750}"/>
                  </a:ext>
                </a:extLst>
              </p:cNvPr>
              <p:cNvCxnSpPr>
                <a:cxnSpLocks/>
                <a:stCxn id="388" idx="0"/>
                <a:endCxn id="394" idx="2"/>
              </p:cNvCxnSpPr>
              <p:nvPr/>
            </p:nvCxnSpPr>
            <p:spPr>
              <a:xfrm flipV="1">
                <a:off x="2412400" y="5779881"/>
                <a:ext cx="0" cy="279427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正方形/長方形 391">
                <a:extLst>
                  <a:ext uri="{FF2B5EF4-FFF2-40B4-BE49-F238E27FC236}">
                    <a16:creationId xmlns:a16="http://schemas.microsoft.com/office/drawing/2014/main" id="{1FD68B69-9B5B-D574-123B-C572766F7EBC}"/>
                  </a:ext>
                </a:extLst>
              </p:cNvPr>
              <p:cNvSpPr/>
              <p:nvPr/>
            </p:nvSpPr>
            <p:spPr>
              <a:xfrm>
                <a:off x="2234157" y="5135275"/>
                <a:ext cx="648000" cy="710095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Zone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93" name="正方形/長方形 392">
                <a:extLst>
                  <a:ext uri="{FF2B5EF4-FFF2-40B4-BE49-F238E27FC236}">
                    <a16:creationId xmlns:a16="http://schemas.microsoft.com/office/drawing/2014/main" id="{9E9F5859-E1AC-0AF6-C5EC-F2423028C843}"/>
                  </a:ext>
                </a:extLst>
              </p:cNvPr>
              <p:cNvSpPr/>
              <p:nvPr/>
            </p:nvSpPr>
            <p:spPr>
              <a:xfrm>
                <a:off x="2598503" y="5587565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394" name="正方形/長方形 393">
                <a:extLst>
                  <a:ext uri="{FF2B5EF4-FFF2-40B4-BE49-F238E27FC236}">
                    <a16:creationId xmlns:a16="http://schemas.microsoft.com/office/drawing/2014/main" id="{8D408E7B-1DFD-0EDB-E11A-D1672B53669D}"/>
                  </a:ext>
                </a:extLst>
              </p:cNvPr>
              <p:cNvSpPr/>
              <p:nvPr/>
            </p:nvSpPr>
            <p:spPr>
              <a:xfrm>
                <a:off x="2304400" y="5669280"/>
                <a:ext cx="216000" cy="11060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438" name="グループ化 437">
              <a:extLst>
                <a:ext uri="{FF2B5EF4-FFF2-40B4-BE49-F238E27FC236}">
                  <a16:creationId xmlns:a16="http://schemas.microsoft.com/office/drawing/2014/main" id="{8253CACB-EE7D-BA14-B949-838BF923745E}"/>
                </a:ext>
              </a:extLst>
            </p:cNvPr>
            <p:cNvGrpSpPr/>
            <p:nvPr/>
          </p:nvGrpSpPr>
          <p:grpSpPr>
            <a:xfrm>
              <a:off x="6239340" y="5135263"/>
              <a:ext cx="720000" cy="1068033"/>
              <a:chOff x="6866768" y="5135263"/>
              <a:chExt cx="720000" cy="1068033"/>
            </a:xfrm>
          </p:grpSpPr>
          <p:sp>
            <p:nvSpPr>
              <p:cNvPr id="420" name="楕円 419">
                <a:extLst>
                  <a:ext uri="{FF2B5EF4-FFF2-40B4-BE49-F238E27FC236}">
                    <a16:creationId xmlns:a16="http://schemas.microsoft.com/office/drawing/2014/main" id="{35722C3D-02BE-92C3-0637-C4413048E5FE}"/>
                  </a:ext>
                </a:extLst>
              </p:cNvPr>
              <p:cNvSpPr/>
              <p:nvPr/>
            </p:nvSpPr>
            <p:spPr>
              <a:xfrm>
                <a:off x="7019109" y="6059296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421" name="正方形/長方形 420">
                <a:extLst>
                  <a:ext uri="{FF2B5EF4-FFF2-40B4-BE49-F238E27FC236}">
                    <a16:creationId xmlns:a16="http://schemas.microsoft.com/office/drawing/2014/main" id="{C7AD8D82-EE9A-19B0-6967-78954E3AC791}"/>
                  </a:ext>
                </a:extLst>
              </p:cNvPr>
              <p:cNvSpPr/>
              <p:nvPr/>
            </p:nvSpPr>
            <p:spPr>
              <a:xfrm>
                <a:off x="7307492" y="6059296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422" name="直線コネクタ 421">
                <a:extLst>
                  <a:ext uri="{FF2B5EF4-FFF2-40B4-BE49-F238E27FC236}">
                    <a16:creationId xmlns:a16="http://schemas.microsoft.com/office/drawing/2014/main" id="{3B0B3E9D-B7A7-C625-5F9E-A16CE2A4EA50}"/>
                  </a:ext>
                </a:extLst>
              </p:cNvPr>
              <p:cNvCxnSpPr>
                <a:cxnSpLocks/>
                <a:stCxn id="420" idx="0"/>
                <a:endCxn id="426" idx="2"/>
              </p:cNvCxnSpPr>
              <p:nvPr/>
            </p:nvCxnSpPr>
            <p:spPr>
              <a:xfrm flipV="1">
                <a:off x="7091109" y="5779870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直線コネクタ 422">
                <a:extLst>
                  <a:ext uri="{FF2B5EF4-FFF2-40B4-BE49-F238E27FC236}">
                    <a16:creationId xmlns:a16="http://schemas.microsoft.com/office/drawing/2014/main" id="{396E1511-FC4A-D047-42ED-2542D70E5261}"/>
                  </a:ext>
                </a:extLst>
              </p:cNvPr>
              <p:cNvCxnSpPr>
                <a:cxnSpLocks/>
                <a:stCxn id="421" idx="0"/>
                <a:endCxn id="425" idx="2"/>
              </p:cNvCxnSpPr>
              <p:nvPr/>
            </p:nvCxnSpPr>
            <p:spPr>
              <a:xfrm flipV="1">
                <a:off x="7379492" y="5779870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4" name="正方形/長方形 423">
                <a:extLst>
                  <a:ext uri="{FF2B5EF4-FFF2-40B4-BE49-F238E27FC236}">
                    <a16:creationId xmlns:a16="http://schemas.microsoft.com/office/drawing/2014/main" id="{8B957816-2069-51A0-CB53-3AE82ABB8BB5}"/>
                  </a:ext>
                </a:extLst>
              </p:cNvPr>
              <p:cNvSpPr/>
              <p:nvPr/>
            </p:nvSpPr>
            <p:spPr>
              <a:xfrm>
                <a:off x="6866768" y="5135263"/>
                <a:ext cx="720000" cy="710095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Zone+PT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425" name="正方形/長方形 424">
                <a:extLst>
                  <a:ext uri="{FF2B5EF4-FFF2-40B4-BE49-F238E27FC236}">
                    <a16:creationId xmlns:a16="http://schemas.microsoft.com/office/drawing/2014/main" id="{AD431051-288C-0162-8341-02D63812E600}"/>
                  </a:ext>
                </a:extLst>
              </p:cNvPr>
              <p:cNvSpPr/>
              <p:nvPr/>
            </p:nvSpPr>
            <p:spPr>
              <a:xfrm>
                <a:off x="7271492" y="5587553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426" name="正方形/長方形 425">
                <a:extLst>
                  <a:ext uri="{FF2B5EF4-FFF2-40B4-BE49-F238E27FC236}">
                    <a16:creationId xmlns:a16="http://schemas.microsoft.com/office/drawing/2014/main" id="{5C5E5715-0C04-B432-B7C5-E7AD5F6DF494}"/>
                  </a:ext>
                </a:extLst>
              </p:cNvPr>
              <p:cNvSpPr/>
              <p:nvPr/>
            </p:nvSpPr>
            <p:spPr>
              <a:xfrm>
                <a:off x="6983109" y="5467450"/>
                <a:ext cx="216000" cy="31242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439" name="グループ化 438">
              <a:extLst>
                <a:ext uri="{FF2B5EF4-FFF2-40B4-BE49-F238E27FC236}">
                  <a16:creationId xmlns:a16="http://schemas.microsoft.com/office/drawing/2014/main" id="{6448AD40-CA8C-8707-8D90-8E2AD37F8C4D}"/>
                </a:ext>
              </a:extLst>
            </p:cNvPr>
            <p:cNvGrpSpPr/>
            <p:nvPr/>
          </p:nvGrpSpPr>
          <p:grpSpPr>
            <a:xfrm>
              <a:off x="7013590" y="5135263"/>
              <a:ext cx="720000" cy="1068033"/>
              <a:chOff x="7709756" y="5135263"/>
              <a:chExt cx="720000" cy="1068033"/>
            </a:xfrm>
          </p:grpSpPr>
          <p:sp>
            <p:nvSpPr>
              <p:cNvPr id="428" name="楕円 427">
                <a:extLst>
                  <a:ext uri="{FF2B5EF4-FFF2-40B4-BE49-F238E27FC236}">
                    <a16:creationId xmlns:a16="http://schemas.microsoft.com/office/drawing/2014/main" id="{2CBE0AB0-5B9C-6FA6-5CF7-8E89A60BBA9A}"/>
                  </a:ext>
                </a:extLst>
              </p:cNvPr>
              <p:cNvSpPr/>
              <p:nvPr/>
            </p:nvSpPr>
            <p:spPr>
              <a:xfrm>
                <a:off x="7854256" y="6059296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429" name="正方形/長方形 428">
                <a:extLst>
                  <a:ext uri="{FF2B5EF4-FFF2-40B4-BE49-F238E27FC236}">
                    <a16:creationId xmlns:a16="http://schemas.microsoft.com/office/drawing/2014/main" id="{87227C74-6E5E-551F-ED8B-B3277496CD0B}"/>
                  </a:ext>
                </a:extLst>
              </p:cNvPr>
              <p:cNvSpPr/>
              <p:nvPr/>
            </p:nvSpPr>
            <p:spPr>
              <a:xfrm>
                <a:off x="8150087" y="6059296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430" name="直線コネクタ 429">
                <a:extLst>
                  <a:ext uri="{FF2B5EF4-FFF2-40B4-BE49-F238E27FC236}">
                    <a16:creationId xmlns:a16="http://schemas.microsoft.com/office/drawing/2014/main" id="{66B7A702-0F7F-9CCD-68C8-5CEF678A3E05}"/>
                  </a:ext>
                </a:extLst>
              </p:cNvPr>
              <p:cNvCxnSpPr>
                <a:cxnSpLocks/>
                <a:stCxn id="428" idx="0"/>
                <a:endCxn id="434" idx="2"/>
              </p:cNvCxnSpPr>
              <p:nvPr/>
            </p:nvCxnSpPr>
            <p:spPr>
              <a:xfrm flipV="1">
                <a:off x="7926256" y="5779870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直線コネクタ 430">
                <a:extLst>
                  <a:ext uri="{FF2B5EF4-FFF2-40B4-BE49-F238E27FC236}">
                    <a16:creationId xmlns:a16="http://schemas.microsoft.com/office/drawing/2014/main" id="{3B77D8AD-7CF1-6DA4-70DD-99D7EE72EFC8}"/>
                  </a:ext>
                </a:extLst>
              </p:cNvPr>
              <p:cNvCxnSpPr>
                <a:cxnSpLocks/>
                <a:stCxn id="429" idx="0"/>
                <a:endCxn id="433" idx="2"/>
              </p:cNvCxnSpPr>
              <p:nvPr/>
            </p:nvCxnSpPr>
            <p:spPr>
              <a:xfrm flipH="1" flipV="1">
                <a:off x="8221572" y="5779870"/>
                <a:ext cx="515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正方形/長方形 431">
                <a:extLst>
                  <a:ext uri="{FF2B5EF4-FFF2-40B4-BE49-F238E27FC236}">
                    <a16:creationId xmlns:a16="http://schemas.microsoft.com/office/drawing/2014/main" id="{2E3CCD16-71AD-06B6-984E-6D4813E17EE5}"/>
                  </a:ext>
                </a:extLst>
              </p:cNvPr>
              <p:cNvSpPr/>
              <p:nvPr/>
            </p:nvSpPr>
            <p:spPr>
              <a:xfrm>
                <a:off x="7709756" y="5135263"/>
                <a:ext cx="720000" cy="710095"/>
              </a:xfrm>
              <a:prstGeom prst="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Zone+CS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433" name="正方形/長方形 432">
                <a:extLst>
                  <a:ext uri="{FF2B5EF4-FFF2-40B4-BE49-F238E27FC236}">
                    <a16:creationId xmlns:a16="http://schemas.microsoft.com/office/drawing/2014/main" id="{EA3D278B-E667-B81B-76C5-CB7A5DC0EF67}"/>
                  </a:ext>
                </a:extLst>
              </p:cNvPr>
              <p:cNvSpPr/>
              <p:nvPr/>
            </p:nvSpPr>
            <p:spPr>
              <a:xfrm>
                <a:off x="8113572" y="5587553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434" name="正方形/長方形 433">
                <a:extLst>
                  <a:ext uri="{FF2B5EF4-FFF2-40B4-BE49-F238E27FC236}">
                    <a16:creationId xmlns:a16="http://schemas.microsoft.com/office/drawing/2014/main" id="{F5320FF7-6451-B351-7B84-71C894846D7D}"/>
                  </a:ext>
                </a:extLst>
              </p:cNvPr>
              <p:cNvSpPr/>
              <p:nvPr/>
            </p:nvSpPr>
            <p:spPr>
              <a:xfrm>
                <a:off x="7818256" y="5575992"/>
                <a:ext cx="216000" cy="20387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cxnSp>
          <p:nvCxnSpPr>
            <p:cNvPr id="440" name="コネクタ: カギ線 439">
              <a:extLst>
                <a:ext uri="{FF2B5EF4-FFF2-40B4-BE49-F238E27FC236}">
                  <a16:creationId xmlns:a16="http://schemas.microsoft.com/office/drawing/2014/main" id="{2905B5BE-5610-3967-7014-041730424F7D}"/>
                </a:ext>
              </a:extLst>
            </p:cNvPr>
            <p:cNvCxnSpPr>
              <a:cxnSpLocks/>
              <a:stCxn id="401" idx="2"/>
              <a:endCxn id="424" idx="0"/>
            </p:cNvCxnSpPr>
            <p:nvPr/>
          </p:nvCxnSpPr>
          <p:spPr>
            <a:xfrm rot="5400000">
              <a:off x="6884838" y="4270703"/>
              <a:ext cx="579063" cy="115005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コネクタ: カギ線 442">
              <a:extLst>
                <a:ext uri="{FF2B5EF4-FFF2-40B4-BE49-F238E27FC236}">
                  <a16:creationId xmlns:a16="http://schemas.microsoft.com/office/drawing/2014/main" id="{77847367-1BC5-D53B-921B-93F540151BA1}"/>
                </a:ext>
              </a:extLst>
            </p:cNvPr>
            <p:cNvCxnSpPr>
              <a:cxnSpLocks/>
              <a:stCxn id="401" idx="2"/>
              <a:endCxn id="432" idx="0"/>
            </p:cNvCxnSpPr>
            <p:nvPr/>
          </p:nvCxnSpPr>
          <p:spPr>
            <a:xfrm rot="5400000">
              <a:off x="7271963" y="4657828"/>
              <a:ext cx="579063" cy="37580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コネクタ: カギ線 445">
              <a:extLst>
                <a:ext uri="{FF2B5EF4-FFF2-40B4-BE49-F238E27FC236}">
                  <a16:creationId xmlns:a16="http://schemas.microsoft.com/office/drawing/2014/main" id="{043A4275-3041-0601-24AE-656152005C8A}"/>
                </a:ext>
              </a:extLst>
            </p:cNvPr>
            <p:cNvCxnSpPr>
              <a:cxnSpLocks/>
              <a:stCxn id="401" idx="2"/>
              <a:endCxn id="392" idx="0"/>
            </p:cNvCxnSpPr>
            <p:nvPr/>
          </p:nvCxnSpPr>
          <p:spPr>
            <a:xfrm rot="16200000" flipH="1">
              <a:off x="7639965" y="4665631"/>
              <a:ext cx="579075" cy="36021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コネクタ: カギ線 449">
              <a:extLst>
                <a:ext uri="{FF2B5EF4-FFF2-40B4-BE49-F238E27FC236}">
                  <a16:creationId xmlns:a16="http://schemas.microsoft.com/office/drawing/2014/main" id="{AF047E17-DCCF-65BF-03E6-1E34758123CD}"/>
                </a:ext>
              </a:extLst>
            </p:cNvPr>
            <p:cNvCxnSpPr>
              <a:cxnSpLocks/>
              <a:stCxn id="401" idx="2"/>
              <a:endCxn id="384" idx="0"/>
            </p:cNvCxnSpPr>
            <p:nvPr/>
          </p:nvCxnSpPr>
          <p:spPr>
            <a:xfrm rot="16200000" flipH="1">
              <a:off x="7988382" y="4317214"/>
              <a:ext cx="579075" cy="1057045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8" name="グループ化 397">
              <a:extLst>
                <a:ext uri="{FF2B5EF4-FFF2-40B4-BE49-F238E27FC236}">
                  <a16:creationId xmlns:a16="http://schemas.microsoft.com/office/drawing/2014/main" id="{AEC77E36-75B6-7417-A05D-C65AEF96F7C6}"/>
                </a:ext>
              </a:extLst>
            </p:cNvPr>
            <p:cNvGrpSpPr/>
            <p:nvPr/>
          </p:nvGrpSpPr>
          <p:grpSpPr>
            <a:xfrm>
              <a:off x="6998965" y="3678821"/>
              <a:ext cx="1469249" cy="923738"/>
              <a:chOff x="4294561" y="3678821"/>
              <a:chExt cx="1469249" cy="923738"/>
            </a:xfrm>
          </p:grpSpPr>
          <p:sp>
            <p:nvSpPr>
              <p:cNvPr id="399" name="正方形/長方形 398">
                <a:extLst>
                  <a:ext uri="{FF2B5EF4-FFF2-40B4-BE49-F238E27FC236}">
                    <a16:creationId xmlns:a16="http://schemas.microsoft.com/office/drawing/2014/main" id="{34A3E513-E26E-F4EF-84B4-C93DADDD7C0A}"/>
                  </a:ext>
                </a:extLst>
              </p:cNvPr>
              <p:cNvSpPr/>
              <p:nvPr/>
            </p:nvSpPr>
            <p:spPr>
              <a:xfrm>
                <a:off x="4294561" y="3678821"/>
                <a:ext cx="1469249" cy="9237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 dirty="0">
                    <a:solidFill>
                      <a:schemeClr val="tx1"/>
                    </a:solidFill>
                  </a:rPr>
                  <a:t>Central compute</a:t>
                </a:r>
                <a:endParaRPr kumimoji="1" lang="ja-JP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0" name="正方形/長方形 399">
                <a:extLst>
                  <a:ext uri="{FF2B5EF4-FFF2-40B4-BE49-F238E27FC236}">
                    <a16:creationId xmlns:a16="http://schemas.microsoft.com/office/drawing/2014/main" id="{4EC6D5DE-5B71-DA0A-C040-E65903F6A354}"/>
                  </a:ext>
                </a:extLst>
              </p:cNvPr>
              <p:cNvSpPr/>
              <p:nvPr/>
            </p:nvSpPr>
            <p:spPr>
              <a:xfrm>
                <a:off x="5324974" y="4504315"/>
                <a:ext cx="360000" cy="51885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401" name="正方形/長方形 400">
                <a:extLst>
                  <a:ext uri="{FF2B5EF4-FFF2-40B4-BE49-F238E27FC236}">
                    <a16:creationId xmlns:a16="http://schemas.microsoft.com/office/drawing/2014/main" id="{2AEB9528-DFB2-D5E5-DA1A-6F96FB973CA1}"/>
                  </a:ext>
                </a:extLst>
              </p:cNvPr>
              <p:cNvSpPr/>
              <p:nvPr/>
            </p:nvSpPr>
            <p:spPr>
              <a:xfrm>
                <a:off x="4864993" y="4267453"/>
                <a:ext cx="360000" cy="28874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402" name="正方形/長方形 401">
                <a:extLst>
                  <a:ext uri="{FF2B5EF4-FFF2-40B4-BE49-F238E27FC236}">
                    <a16:creationId xmlns:a16="http://schemas.microsoft.com/office/drawing/2014/main" id="{44E7F570-F4C8-39AC-D3F9-994F7832308B}"/>
                  </a:ext>
                </a:extLst>
              </p:cNvPr>
              <p:cNvSpPr/>
              <p:nvPr/>
            </p:nvSpPr>
            <p:spPr>
              <a:xfrm>
                <a:off x="4404764" y="4009940"/>
                <a:ext cx="360000" cy="54626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</p:grpSp>
      <p:grpSp>
        <p:nvGrpSpPr>
          <p:cNvPr id="552" name="グループ化 551">
            <a:extLst>
              <a:ext uri="{FF2B5EF4-FFF2-40B4-BE49-F238E27FC236}">
                <a16:creationId xmlns:a16="http://schemas.microsoft.com/office/drawing/2014/main" id="{EADD8C53-5913-084D-D586-43216B3AACB2}"/>
              </a:ext>
            </a:extLst>
          </p:cNvPr>
          <p:cNvGrpSpPr/>
          <p:nvPr/>
        </p:nvGrpSpPr>
        <p:grpSpPr>
          <a:xfrm>
            <a:off x="9599109" y="2508325"/>
            <a:ext cx="1907018" cy="2524487"/>
            <a:chOff x="9428021" y="3678821"/>
            <a:chExt cx="1907018" cy="2524487"/>
          </a:xfrm>
        </p:grpSpPr>
        <p:grpSp>
          <p:nvGrpSpPr>
            <p:cNvPr id="496" name="グループ化 495">
              <a:extLst>
                <a:ext uri="{FF2B5EF4-FFF2-40B4-BE49-F238E27FC236}">
                  <a16:creationId xmlns:a16="http://schemas.microsoft.com/office/drawing/2014/main" id="{9AD62230-4F34-565A-2B99-43950749079D}"/>
                </a:ext>
              </a:extLst>
            </p:cNvPr>
            <p:cNvGrpSpPr/>
            <p:nvPr/>
          </p:nvGrpSpPr>
          <p:grpSpPr>
            <a:xfrm>
              <a:off x="9748209" y="3678821"/>
              <a:ext cx="1259018" cy="923738"/>
              <a:chOff x="4182749" y="3678821"/>
              <a:chExt cx="1259018" cy="923738"/>
            </a:xfrm>
          </p:grpSpPr>
          <p:sp>
            <p:nvSpPr>
              <p:cNvPr id="497" name="正方形/長方形 496">
                <a:extLst>
                  <a:ext uri="{FF2B5EF4-FFF2-40B4-BE49-F238E27FC236}">
                    <a16:creationId xmlns:a16="http://schemas.microsoft.com/office/drawing/2014/main" id="{AC326420-FFA6-2A39-BA54-960AB2FA93CF}"/>
                  </a:ext>
                </a:extLst>
              </p:cNvPr>
              <p:cNvSpPr/>
              <p:nvPr/>
            </p:nvSpPr>
            <p:spPr>
              <a:xfrm>
                <a:off x="4182749" y="3678821"/>
                <a:ext cx="1259018" cy="9237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Central compute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499" name="正方形/長方形 498">
                <a:extLst>
                  <a:ext uri="{FF2B5EF4-FFF2-40B4-BE49-F238E27FC236}">
                    <a16:creationId xmlns:a16="http://schemas.microsoft.com/office/drawing/2014/main" id="{734FD779-7DEE-E0D9-627A-29B9CDF7A5ED}"/>
                  </a:ext>
                </a:extLst>
              </p:cNvPr>
              <p:cNvSpPr/>
              <p:nvPr/>
            </p:nvSpPr>
            <p:spPr>
              <a:xfrm>
                <a:off x="4864993" y="4092906"/>
                <a:ext cx="360000" cy="46329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500" name="正方形/長方形 499">
                <a:extLst>
                  <a:ext uri="{FF2B5EF4-FFF2-40B4-BE49-F238E27FC236}">
                    <a16:creationId xmlns:a16="http://schemas.microsoft.com/office/drawing/2014/main" id="{B55EAB78-3CFE-04CB-1117-1CE2D746D763}"/>
                  </a:ext>
                </a:extLst>
              </p:cNvPr>
              <p:cNvSpPr/>
              <p:nvPr/>
            </p:nvSpPr>
            <p:spPr>
              <a:xfrm>
                <a:off x="4404764" y="4009940"/>
                <a:ext cx="360000" cy="54626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503" name="グループ化 502">
              <a:extLst>
                <a:ext uri="{FF2B5EF4-FFF2-40B4-BE49-F238E27FC236}">
                  <a16:creationId xmlns:a16="http://schemas.microsoft.com/office/drawing/2014/main" id="{9EDF8D1B-8517-D5A2-12FF-794CB71CB440}"/>
                </a:ext>
              </a:extLst>
            </p:cNvPr>
            <p:cNvGrpSpPr/>
            <p:nvPr/>
          </p:nvGrpSpPr>
          <p:grpSpPr>
            <a:xfrm>
              <a:off x="9428021" y="5135275"/>
              <a:ext cx="432000" cy="1068033"/>
              <a:chOff x="9428021" y="5135275"/>
              <a:chExt cx="432000" cy="1068033"/>
            </a:xfrm>
          </p:grpSpPr>
          <p:sp>
            <p:nvSpPr>
              <p:cNvPr id="465" name="楕円 464">
                <a:extLst>
                  <a:ext uri="{FF2B5EF4-FFF2-40B4-BE49-F238E27FC236}">
                    <a16:creationId xmlns:a16="http://schemas.microsoft.com/office/drawing/2014/main" id="{2C370ECE-AA0A-30DD-F163-91A42BF51768}"/>
                  </a:ext>
                </a:extLst>
              </p:cNvPr>
              <p:cNvSpPr/>
              <p:nvPr/>
            </p:nvSpPr>
            <p:spPr>
              <a:xfrm>
                <a:off x="9464864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466" name="正方形/長方形 465">
                <a:extLst>
                  <a:ext uri="{FF2B5EF4-FFF2-40B4-BE49-F238E27FC236}">
                    <a16:creationId xmlns:a16="http://schemas.microsoft.com/office/drawing/2014/main" id="{3B8C5084-8BFA-BB4C-6D56-20A25AEB94DD}"/>
                  </a:ext>
                </a:extLst>
              </p:cNvPr>
              <p:cNvSpPr/>
              <p:nvPr/>
            </p:nvSpPr>
            <p:spPr>
              <a:xfrm>
                <a:off x="9668537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467" name="直線コネクタ 466">
                <a:extLst>
                  <a:ext uri="{FF2B5EF4-FFF2-40B4-BE49-F238E27FC236}">
                    <a16:creationId xmlns:a16="http://schemas.microsoft.com/office/drawing/2014/main" id="{FF076BE4-EAAA-EC61-E979-AC43A6062D46}"/>
                  </a:ext>
                </a:extLst>
              </p:cNvPr>
              <p:cNvCxnSpPr>
                <a:cxnSpLocks/>
                <a:stCxn id="465" idx="0"/>
              </p:cNvCxnSpPr>
              <p:nvPr/>
            </p:nvCxnSpPr>
            <p:spPr>
              <a:xfrm flipV="1">
                <a:off x="9536864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直線コネクタ 467">
                <a:extLst>
                  <a:ext uri="{FF2B5EF4-FFF2-40B4-BE49-F238E27FC236}">
                    <a16:creationId xmlns:a16="http://schemas.microsoft.com/office/drawing/2014/main" id="{8DB0CA1D-DABC-BA02-F0DD-A8B0E55DC088}"/>
                  </a:ext>
                </a:extLst>
              </p:cNvPr>
              <p:cNvCxnSpPr>
                <a:cxnSpLocks/>
                <a:stCxn id="466" idx="0"/>
              </p:cNvCxnSpPr>
              <p:nvPr/>
            </p:nvCxnSpPr>
            <p:spPr>
              <a:xfrm flipV="1">
                <a:off x="9740537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9" name="正方形/長方形 468">
                <a:extLst>
                  <a:ext uri="{FF2B5EF4-FFF2-40B4-BE49-F238E27FC236}">
                    <a16:creationId xmlns:a16="http://schemas.microsoft.com/office/drawing/2014/main" id="{8A4B1A25-094C-90D4-E044-8C02E28506CA}"/>
                  </a:ext>
                </a:extLst>
              </p:cNvPr>
              <p:cNvSpPr/>
              <p:nvPr/>
            </p:nvSpPr>
            <p:spPr>
              <a:xfrm>
                <a:off x="9428021" y="5135275"/>
                <a:ext cx="432000" cy="7100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I/O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502" name="正方形/長方形 501">
                <a:extLst>
                  <a:ext uri="{FF2B5EF4-FFF2-40B4-BE49-F238E27FC236}">
                    <a16:creationId xmlns:a16="http://schemas.microsoft.com/office/drawing/2014/main" id="{DDB6316A-0D83-40EA-BD1B-6E3F7955260F}"/>
                  </a:ext>
                </a:extLst>
              </p:cNvPr>
              <p:cNvSpPr/>
              <p:nvPr/>
            </p:nvSpPr>
            <p:spPr>
              <a:xfrm>
                <a:off x="9532209" y="5595991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504" name="グループ化 503">
              <a:extLst>
                <a:ext uri="{FF2B5EF4-FFF2-40B4-BE49-F238E27FC236}">
                  <a16:creationId xmlns:a16="http://schemas.microsoft.com/office/drawing/2014/main" id="{0083EC36-4484-D4AF-8BBB-C57C07E925A6}"/>
                </a:ext>
              </a:extLst>
            </p:cNvPr>
            <p:cNvGrpSpPr/>
            <p:nvPr/>
          </p:nvGrpSpPr>
          <p:grpSpPr>
            <a:xfrm>
              <a:off x="9919694" y="5135275"/>
              <a:ext cx="432000" cy="1068033"/>
              <a:chOff x="9428021" y="5135275"/>
              <a:chExt cx="432000" cy="1068033"/>
            </a:xfrm>
          </p:grpSpPr>
          <p:sp>
            <p:nvSpPr>
              <p:cNvPr id="505" name="楕円 504">
                <a:extLst>
                  <a:ext uri="{FF2B5EF4-FFF2-40B4-BE49-F238E27FC236}">
                    <a16:creationId xmlns:a16="http://schemas.microsoft.com/office/drawing/2014/main" id="{974E699D-5713-5E07-EADA-AB58F2BFE639}"/>
                  </a:ext>
                </a:extLst>
              </p:cNvPr>
              <p:cNvSpPr/>
              <p:nvPr/>
            </p:nvSpPr>
            <p:spPr>
              <a:xfrm>
                <a:off x="9464864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506" name="正方形/長方形 505">
                <a:extLst>
                  <a:ext uri="{FF2B5EF4-FFF2-40B4-BE49-F238E27FC236}">
                    <a16:creationId xmlns:a16="http://schemas.microsoft.com/office/drawing/2014/main" id="{9DDB0780-8ABD-48EF-E12B-ED23A9539EA6}"/>
                  </a:ext>
                </a:extLst>
              </p:cNvPr>
              <p:cNvSpPr/>
              <p:nvPr/>
            </p:nvSpPr>
            <p:spPr>
              <a:xfrm>
                <a:off x="9668537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507" name="直線コネクタ 506">
                <a:extLst>
                  <a:ext uri="{FF2B5EF4-FFF2-40B4-BE49-F238E27FC236}">
                    <a16:creationId xmlns:a16="http://schemas.microsoft.com/office/drawing/2014/main" id="{13F7587E-BCE6-BF43-A8AD-2E5FE9EEA76E}"/>
                  </a:ext>
                </a:extLst>
              </p:cNvPr>
              <p:cNvCxnSpPr>
                <a:cxnSpLocks/>
                <a:stCxn id="505" idx="0"/>
              </p:cNvCxnSpPr>
              <p:nvPr/>
            </p:nvCxnSpPr>
            <p:spPr>
              <a:xfrm flipV="1">
                <a:off x="9536864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直線コネクタ 507">
                <a:extLst>
                  <a:ext uri="{FF2B5EF4-FFF2-40B4-BE49-F238E27FC236}">
                    <a16:creationId xmlns:a16="http://schemas.microsoft.com/office/drawing/2014/main" id="{87149C40-1618-E2A3-8B7F-ABACDE644A82}"/>
                  </a:ext>
                </a:extLst>
              </p:cNvPr>
              <p:cNvCxnSpPr>
                <a:cxnSpLocks/>
                <a:stCxn id="506" idx="0"/>
              </p:cNvCxnSpPr>
              <p:nvPr/>
            </p:nvCxnSpPr>
            <p:spPr>
              <a:xfrm flipV="1">
                <a:off x="9740537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9" name="正方形/長方形 508">
                <a:extLst>
                  <a:ext uri="{FF2B5EF4-FFF2-40B4-BE49-F238E27FC236}">
                    <a16:creationId xmlns:a16="http://schemas.microsoft.com/office/drawing/2014/main" id="{D49C4B58-6B7F-856C-D513-ACBC08369285}"/>
                  </a:ext>
                </a:extLst>
              </p:cNvPr>
              <p:cNvSpPr/>
              <p:nvPr/>
            </p:nvSpPr>
            <p:spPr>
              <a:xfrm>
                <a:off x="9428021" y="5135275"/>
                <a:ext cx="432000" cy="7100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I/O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510" name="正方形/長方形 509">
                <a:extLst>
                  <a:ext uri="{FF2B5EF4-FFF2-40B4-BE49-F238E27FC236}">
                    <a16:creationId xmlns:a16="http://schemas.microsoft.com/office/drawing/2014/main" id="{7F976157-08C4-76EB-4865-173E16C4B91A}"/>
                  </a:ext>
                </a:extLst>
              </p:cNvPr>
              <p:cNvSpPr/>
              <p:nvPr/>
            </p:nvSpPr>
            <p:spPr>
              <a:xfrm>
                <a:off x="9532209" y="5595991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511" name="グループ化 510">
              <a:extLst>
                <a:ext uri="{FF2B5EF4-FFF2-40B4-BE49-F238E27FC236}">
                  <a16:creationId xmlns:a16="http://schemas.microsoft.com/office/drawing/2014/main" id="{703CDB76-5EA3-B21A-E683-8A80E4DBBB34}"/>
                </a:ext>
              </a:extLst>
            </p:cNvPr>
            <p:cNvGrpSpPr/>
            <p:nvPr/>
          </p:nvGrpSpPr>
          <p:grpSpPr>
            <a:xfrm>
              <a:off x="10411367" y="5135275"/>
              <a:ext cx="432000" cy="1068033"/>
              <a:chOff x="9428021" y="5135275"/>
              <a:chExt cx="432000" cy="1068033"/>
            </a:xfrm>
          </p:grpSpPr>
          <p:sp>
            <p:nvSpPr>
              <p:cNvPr id="512" name="楕円 511">
                <a:extLst>
                  <a:ext uri="{FF2B5EF4-FFF2-40B4-BE49-F238E27FC236}">
                    <a16:creationId xmlns:a16="http://schemas.microsoft.com/office/drawing/2014/main" id="{36D00642-DE2B-0217-FC95-639E15257345}"/>
                  </a:ext>
                </a:extLst>
              </p:cNvPr>
              <p:cNvSpPr/>
              <p:nvPr/>
            </p:nvSpPr>
            <p:spPr>
              <a:xfrm>
                <a:off x="9464864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513" name="正方形/長方形 512">
                <a:extLst>
                  <a:ext uri="{FF2B5EF4-FFF2-40B4-BE49-F238E27FC236}">
                    <a16:creationId xmlns:a16="http://schemas.microsoft.com/office/drawing/2014/main" id="{CFB95101-4940-C5B6-719C-E3E6A55B108C}"/>
                  </a:ext>
                </a:extLst>
              </p:cNvPr>
              <p:cNvSpPr/>
              <p:nvPr/>
            </p:nvSpPr>
            <p:spPr>
              <a:xfrm>
                <a:off x="9668537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514" name="直線コネクタ 513">
                <a:extLst>
                  <a:ext uri="{FF2B5EF4-FFF2-40B4-BE49-F238E27FC236}">
                    <a16:creationId xmlns:a16="http://schemas.microsoft.com/office/drawing/2014/main" id="{E6E90EDA-6611-F48A-ABE4-E6F035F17992}"/>
                  </a:ext>
                </a:extLst>
              </p:cNvPr>
              <p:cNvCxnSpPr>
                <a:cxnSpLocks/>
                <a:stCxn id="512" idx="0"/>
              </p:cNvCxnSpPr>
              <p:nvPr/>
            </p:nvCxnSpPr>
            <p:spPr>
              <a:xfrm flipV="1">
                <a:off x="9536864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直線コネクタ 514">
                <a:extLst>
                  <a:ext uri="{FF2B5EF4-FFF2-40B4-BE49-F238E27FC236}">
                    <a16:creationId xmlns:a16="http://schemas.microsoft.com/office/drawing/2014/main" id="{8A604464-A278-00F0-9DD4-1C63354BE15A}"/>
                  </a:ext>
                </a:extLst>
              </p:cNvPr>
              <p:cNvCxnSpPr>
                <a:cxnSpLocks/>
                <a:stCxn id="513" idx="0"/>
              </p:cNvCxnSpPr>
              <p:nvPr/>
            </p:nvCxnSpPr>
            <p:spPr>
              <a:xfrm flipV="1">
                <a:off x="9740537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6" name="正方形/長方形 515">
                <a:extLst>
                  <a:ext uri="{FF2B5EF4-FFF2-40B4-BE49-F238E27FC236}">
                    <a16:creationId xmlns:a16="http://schemas.microsoft.com/office/drawing/2014/main" id="{E278ECAD-CAE4-2BC6-1820-D425CEBEF73A}"/>
                  </a:ext>
                </a:extLst>
              </p:cNvPr>
              <p:cNvSpPr/>
              <p:nvPr/>
            </p:nvSpPr>
            <p:spPr>
              <a:xfrm>
                <a:off x="9428021" y="5135275"/>
                <a:ext cx="432000" cy="7100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I/O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517" name="正方形/長方形 516">
                <a:extLst>
                  <a:ext uri="{FF2B5EF4-FFF2-40B4-BE49-F238E27FC236}">
                    <a16:creationId xmlns:a16="http://schemas.microsoft.com/office/drawing/2014/main" id="{022918E9-FF81-DD5C-A922-203ACFEF0A84}"/>
                  </a:ext>
                </a:extLst>
              </p:cNvPr>
              <p:cNvSpPr/>
              <p:nvPr/>
            </p:nvSpPr>
            <p:spPr>
              <a:xfrm>
                <a:off x="9532209" y="5595991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grpSp>
          <p:nvGrpSpPr>
            <p:cNvPr id="518" name="グループ化 517">
              <a:extLst>
                <a:ext uri="{FF2B5EF4-FFF2-40B4-BE49-F238E27FC236}">
                  <a16:creationId xmlns:a16="http://schemas.microsoft.com/office/drawing/2014/main" id="{941C49B6-A0F9-4653-A513-1631ED20ED09}"/>
                </a:ext>
              </a:extLst>
            </p:cNvPr>
            <p:cNvGrpSpPr/>
            <p:nvPr/>
          </p:nvGrpSpPr>
          <p:grpSpPr>
            <a:xfrm>
              <a:off x="10903039" y="5135275"/>
              <a:ext cx="432000" cy="1068033"/>
              <a:chOff x="9428021" y="5135275"/>
              <a:chExt cx="432000" cy="1068033"/>
            </a:xfrm>
          </p:grpSpPr>
          <p:sp>
            <p:nvSpPr>
              <p:cNvPr id="519" name="楕円 518">
                <a:extLst>
                  <a:ext uri="{FF2B5EF4-FFF2-40B4-BE49-F238E27FC236}">
                    <a16:creationId xmlns:a16="http://schemas.microsoft.com/office/drawing/2014/main" id="{B3803B54-DC7F-5B5A-7790-7BDB9689B161}"/>
                  </a:ext>
                </a:extLst>
              </p:cNvPr>
              <p:cNvSpPr/>
              <p:nvPr/>
            </p:nvSpPr>
            <p:spPr>
              <a:xfrm>
                <a:off x="9464864" y="6059308"/>
                <a:ext cx="144000" cy="144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sp>
            <p:nvSpPr>
              <p:cNvPr id="520" name="正方形/長方形 519">
                <a:extLst>
                  <a:ext uri="{FF2B5EF4-FFF2-40B4-BE49-F238E27FC236}">
                    <a16:creationId xmlns:a16="http://schemas.microsoft.com/office/drawing/2014/main" id="{FEE09F7C-DD0D-7974-E887-F50D9D64A69B}"/>
                  </a:ext>
                </a:extLst>
              </p:cNvPr>
              <p:cNvSpPr/>
              <p:nvPr/>
            </p:nvSpPr>
            <p:spPr>
              <a:xfrm>
                <a:off x="9668537" y="6059308"/>
                <a:ext cx="144000" cy="14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  <p:cxnSp>
            <p:nvCxnSpPr>
              <p:cNvPr id="521" name="直線コネクタ 520">
                <a:extLst>
                  <a:ext uri="{FF2B5EF4-FFF2-40B4-BE49-F238E27FC236}">
                    <a16:creationId xmlns:a16="http://schemas.microsoft.com/office/drawing/2014/main" id="{3AF64BA1-A86D-C677-7F08-F71AB83C1DD9}"/>
                  </a:ext>
                </a:extLst>
              </p:cNvPr>
              <p:cNvCxnSpPr>
                <a:cxnSpLocks/>
                <a:stCxn id="519" idx="0"/>
              </p:cNvCxnSpPr>
              <p:nvPr/>
            </p:nvCxnSpPr>
            <p:spPr>
              <a:xfrm flipV="1">
                <a:off x="9536864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直線コネクタ 521">
                <a:extLst>
                  <a:ext uri="{FF2B5EF4-FFF2-40B4-BE49-F238E27FC236}">
                    <a16:creationId xmlns:a16="http://schemas.microsoft.com/office/drawing/2014/main" id="{96128F75-7004-4E31-833B-61F748068F58}"/>
                  </a:ext>
                </a:extLst>
              </p:cNvPr>
              <p:cNvCxnSpPr>
                <a:cxnSpLocks/>
                <a:stCxn id="520" idx="0"/>
              </p:cNvCxnSpPr>
              <p:nvPr/>
            </p:nvCxnSpPr>
            <p:spPr>
              <a:xfrm flipV="1">
                <a:off x="9740537" y="5779882"/>
                <a:ext cx="0" cy="27942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3" name="正方形/長方形 522">
                <a:extLst>
                  <a:ext uri="{FF2B5EF4-FFF2-40B4-BE49-F238E27FC236}">
                    <a16:creationId xmlns:a16="http://schemas.microsoft.com/office/drawing/2014/main" id="{B26E85BF-D89A-03B5-0B51-3D352DF71796}"/>
                  </a:ext>
                </a:extLst>
              </p:cNvPr>
              <p:cNvSpPr/>
              <p:nvPr/>
            </p:nvSpPr>
            <p:spPr>
              <a:xfrm>
                <a:off x="9428021" y="5135275"/>
                <a:ext cx="432000" cy="7100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kumimoji="1" lang="en-US" altLang="ja-JP" sz="1200">
                    <a:solidFill>
                      <a:schemeClr val="tx1"/>
                    </a:solidFill>
                  </a:rPr>
                  <a:t>I/O</a:t>
                </a:r>
                <a:endParaRPr kumimoji="1" lang="ja-JP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524" name="正方形/長方形 523">
                <a:extLst>
                  <a:ext uri="{FF2B5EF4-FFF2-40B4-BE49-F238E27FC236}">
                    <a16:creationId xmlns:a16="http://schemas.microsoft.com/office/drawing/2014/main" id="{3CBDFD9B-603B-BE80-B23A-EF50705D8238}"/>
                  </a:ext>
                </a:extLst>
              </p:cNvPr>
              <p:cNvSpPr/>
              <p:nvPr/>
            </p:nvSpPr>
            <p:spPr>
              <a:xfrm>
                <a:off x="9532209" y="5595991"/>
                <a:ext cx="216000" cy="192317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/>
              </a:p>
            </p:txBody>
          </p:sp>
        </p:grpSp>
        <p:cxnSp>
          <p:nvCxnSpPr>
            <p:cNvPr id="525" name="コネクタ: カギ線 524">
              <a:extLst>
                <a:ext uri="{FF2B5EF4-FFF2-40B4-BE49-F238E27FC236}">
                  <a16:creationId xmlns:a16="http://schemas.microsoft.com/office/drawing/2014/main" id="{74A35BFF-B862-5D2C-C268-280F1D7EDB64}"/>
                </a:ext>
              </a:extLst>
            </p:cNvPr>
            <p:cNvCxnSpPr>
              <a:cxnSpLocks/>
              <a:stCxn id="497" idx="2"/>
              <a:endCxn id="469" idx="0"/>
            </p:cNvCxnSpPr>
            <p:nvPr/>
          </p:nvCxnSpPr>
          <p:spPr>
            <a:xfrm rot="5400000">
              <a:off x="9744512" y="4502069"/>
              <a:ext cx="532716" cy="73369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コネクタ: カギ線 527">
              <a:extLst>
                <a:ext uri="{FF2B5EF4-FFF2-40B4-BE49-F238E27FC236}">
                  <a16:creationId xmlns:a16="http://schemas.microsoft.com/office/drawing/2014/main" id="{3F09EEFE-4439-6D8F-6B3E-C512D24D4DCA}"/>
                </a:ext>
              </a:extLst>
            </p:cNvPr>
            <p:cNvCxnSpPr>
              <a:cxnSpLocks/>
              <a:stCxn id="497" idx="2"/>
              <a:endCxn id="509" idx="0"/>
            </p:cNvCxnSpPr>
            <p:nvPr/>
          </p:nvCxnSpPr>
          <p:spPr>
            <a:xfrm rot="5400000">
              <a:off x="9990348" y="4747905"/>
              <a:ext cx="532716" cy="242024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コネクタ: カギ線 530">
              <a:extLst>
                <a:ext uri="{FF2B5EF4-FFF2-40B4-BE49-F238E27FC236}">
                  <a16:creationId xmlns:a16="http://schemas.microsoft.com/office/drawing/2014/main" id="{ABCF8EC0-CEE0-1589-838E-96E755DA9E00}"/>
                </a:ext>
              </a:extLst>
            </p:cNvPr>
            <p:cNvCxnSpPr>
              <a:cxnSpLocks/>
              <a:stCxn id="497" idx="2"/>
              <a:endCxn id="516" idx="0"/>
            </p:cNvCxnSpPr>
            <p:nvPr/>
          </p:nvCxnSpPr>
          <p:spPr>
            <a:xfrm rot="16200000" flipH="1">
              <a:off x="10236184" y="4744092"/>
              <a:ext cx="532716" cy="249649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コネクタ: カギ線 533">
              <a:extLst>
                <a:ext uri="{FF2B5EF4-FFF2-40B4-BE49-F238E27FC236}">
                  <a16:creationId xmlns:a16="http://schemas.microsoft.com/office/drawing/2014/main" id="{4AE50166-3B72-0DDC-FB47-EBF8A0FB0F5A}"/>
                </a:ext>
              </a:extLst>
            </p:cNvPr>
            <p:cNvCxnSpPr>
              <a:cxnSpLocks/>
              <a:stCxn id="497" idx="2"/>
              <a:endCxn id="523" idx="0"/>
            </p:cNvCxnSpPr>
            <p:nvPr/>
          </p:nvCxnSpPr>
          <p:spPr>
            <a:xfrm rot="16200000" flipH="1">
              <a:off x="10482020" y="4498256"/>
              <a:ext cx="532716" cy="74132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5" name="グループ化 544">
            <a:extLst>
              <a:ext uri="{FF2B5EF4-FFF2-40B4-BE49-F238E27FC236}">
                <a16:creationId xmlns:a16="http://schemas.microsoft.com/office/drawing/2014/main" id="{542CC2B9-9A96-1B37-ED97-AC84E0CF55C0}"/>
              </a:ext>
            </a:extLst>
          </p:cNvPr>
          <p:cNvGrpSpPr/>
          <p:nvPr/>
        </p:nvGrpSpPr>
        <p:grpSpPr>
          <a:xfrm>
            <a:off x="10371555" y="726357"/>
            <a:ext cx="886995" cy="276999"/>
            <a:chOff x="10371555" y="726357"/>
            <a:chExt cx="886995" cy="276999"/>
          </a:xfrm>
        </p:grpSpPr>
        <p:cxnSp>
          <p:nvCxnSpPr>
            <p:cNvPr id="540" name="直線コネクタ 539">
              <a:extLst>
                <a:ext uri="{FF2B5EF4-FFF2-40B4-BE49-F238E27FC236}">
                  <a16:creationId xmlns:a16="http://schemas.microsoft.com/office/drawing/2014/main" id="{CBF5FC1F-A0FE-EAC3-288A-D1A8B59F6FFD}"/>
                </a:ext>
              </a:extLst>
            </p:cNvPr>
            <p:cNvCxnSpPr/>
            <p:nvPr/>
          </p:nvCxnSpPr>
          <p:spPr>
            <a:xfrm>
              <a:off x="10371555" y="864857"/>
              <a:ext cx="14400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テキスト ボックス 540">
              <a:extLst>
                <a:ext uri="{FF2B5EF4-FFF2-40B4-BE49-F238E27FC236}">
                  <a16:creationId xmlns:a16="http://schemas.microsoft.com/office/drawing/2014/main" id="{4EB22F7A-2E7B-3746-962A-BD25E26C1128}"/>
                </a:ext>
              </a:extLst>
            </p:cNvPr>
            <p:cNvSpPr txBox="1"/>
            <p:nvPr/>
          </p:nvSpPr>
          <p:spPr>
            <a:xfrm>
              <a:off x="10515555" y="726357"/>
              <a:ext cx="74299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200">
                  <a:solidFill>
                    <a:schemeClr val="bg1"/>
                  </a:solidFill>
                </a:rPr>
                <a:t>GbE</a:t>
              </a:r>
              <a:endParaRPr lang="ja-JP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544" name="グループ化 543">
            <a:extLst>
              <a:ext uri="{FF2B5EF4-FFF2-40B4-BE49-F238E27FC236}">
                <a16:creationId xmlns:a16="http://schemas.microsoft.com/office/drawing/2014/main" id="{BD2E4F66-F40C-08E0-06B5-417E2239D119}"/>
              </a:ext>
            </a:extLst>
          </p:cNvPr>
          <p:cNvGrpSpPr/>
          <p:nvPr/>
        </p:nvGrpSpPr>
        <p:grpSpPr>
          <a:xfrm>
            <a:off x="11164302" y="730677"/>
            <a:ext cx="1096544" cy="276999"/>
            <a:chOff x="10371555" y="1019397"/>
            <a:chExt cx="1096544" cy="276999"/>
          </a:xfrm>
        </p:grpSpPr>
        <p:cxnSp>
          <p:nvCxnSpPr>
            <p:cNvPr id="542" name="直線コネクタ 541">
              <a:extLst>
                <a:ext uri="{FF2B5EF4-FFF2-40B4-BE49-F238E27FC236}">
                  <a16:creationId xmlns:a16="http://schemas.microsoft.com/office/drawing/2014/main" id="{0CA46F63-4ED5-1E3A-DD30-AF4FA151A994}"/>
                </a:ext>
              </a:extLst>
            </p:cNvPr>
            <p:cNvCxnSpPr/>
            <p:nvPr/>
          </p:nvCxnSpPr>
          <p:spPr>
            <a:xfrm>
              <a:off x="10371555" y="1157897"/>
              <a:ext cx="144000" cy="0"/>
            </a:xfrm>
            <a:prstGeom prst="line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" name="テキスト ボックス 542">
              <a:extLst>
                <a:ext uri="{FF2B5EF4-FFF2-40B4-BE49-F238E27FC236}">
                  <a16:creationId xmlns:a16="http://schemas.microsoft.com/office/drawing/2014/main" id="{64229552-C168-D6C1-F6AF-EB002E3527EB}"/>
                </a:ext>
              </a:extLst>
            </p:cNvPr>
            <p:cNvSpPr txBox="1"/>
            <p:nvPr/>
          </p:nvSpPr>
          <p:spPr>
            <a:xfrm>
              <a:off x="10515554" y="1019397"/>
              <a:ext cx="95254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200">
                  <a:solidFill>
                    <a:schemeClr val="bg1"/>
                  </a:solidFill>
                </a:rPr>
                <a:t>100MbE</a:t>
              </a:r>
              <a:endParaRPr lang="ja-JP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546" name="グループ化 545">
            <a:extLst>
              <a:ext uri="{FF2B5EF4-FFF2-40B4-BE49-F238E27FC236}">
                <a16:creationId xmlns:a16="http://schemas.microsoft.com/office/drawing/2014/main" id="{F4E058D2-2A54-E56F-9990-6D5A9204389B}"/>
              </a:ext>
            </a:extLst>
          </p:cNvPr>
          <p:cNvGrpSpPr/>
          <p:nvPr/>
        </p:nvGrpSpPr>
        <p:grpSpPr>
          <a:xfrm>
            <a:off x="10373700" y="1016185"/>
            <a:ext cx="962480" cy="276999"/>
            <a:chOff x="10371555" y="726357"/>
            <a:chExt cx="962480" cy="276999"/>
          </a:xfrm>
        </p:grpSpPr>
        <p:cxnSp>
          <p:nvCxnSpPr>
            <p:cNvPr id="547" name="直線コネクタ 546">
              <a:extLst>
                <a:ext uri="{FF2B5EF4-FFF2-40B4-BE49-F238E27FC236}">
                  <a16:creationId xmlns:a16="http://schemas.microsoft.com/office/drawing/2014/main" id="{DD18CB5B-D2E3-7013-84DE-75CA93A8FA1C}"/>
                </a:ext>
              </a:extLst>
            </p:cNvPr>
            <p:cNvCxnSpPr/>
            <p:nvPr/>
          </p:nvCxnSpPr>
          <p:spPr>
            <a:xfrm>
              <a:off x="10371555" y="864857"/>
              <a:ext cx="144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8" name="テキスト ボックス 547">
              <a:extLst>
                <a:ext uri="{FF2B5EF4-FFF2-40B4-BE49-F238E27FC236}">
                  <a16:creationId xmlns:a16="http://schemas.microsoft.com/office/drawing/2014/main" id="{6E67563E-5E16-5B1C-FF78-9C7B21B2BCF9}"/>
                </a:ext>
              </a:extLst>
            </p:cNvPr>
            <p:cNvSpPr txBox="1"/>
            <p:nvPr/>
          </p:nvSpPr>
          <p:spPr>
            <a:xfrm>
              <a:off x="10515555" y="726357"/>
              <a:ext cx="8184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200">
                  <a:solidFill>
                    <a:schemeClr val="bg1"/>
                  </a:solidFill>
                </a:rPr>
                <a:t>CAN/LIN</a:t>
              </a:r>
              <a:endParaRPr lang="ja-JP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557" name="グループ化 556">
            <a:extLst>
              <a:ext uri="{FF2B5EF4-FFF2-40B4-BE49-F238E27FC236}">
                <a16:creationId xmlns:a16="http://schemas.microsoft.com/office/drawing/2014/main" id="{94BD1E80-2A3F-0317-F9E9-EED000532213}"/>
              </a:ext>
            </a:extLst>
          </p:cNvPr>
          <p:cNvGrpSpPr/>
          <p:nvPr/>
        </p:nvGrpSpPr>
        <p:grpSpPr>
          <a:xfrm>
            <a:off x="6183443" y="1800457"/>
            <a:ext cx="5322684" cy="307777"/>
            <a:chOff x="3791315" y="1800457"/>
            <a:chExt cx="7714812" cy="307777"/>
          </a:xfrm>
        </p:grpSpPr>
        <p:sp>
          <p:nvSpPr>
            <p:cNvPr id="554" name="テキスト ボックス 553">
              <a:extLst>
                <a:ext uri="{FF2B5EF4-FFF2-40B4-BE49-F238E27FC236}">
                  <a16:creationId xmlns:a16="http://schemas.microsoft.com/office/drawing/2014/main" id="{9E91440D-359E-E5A5-8588-6F3A392C5C11}"/>
                </a:ext>
              </a:extLst>
            </p:cNvPr>
            <p:cNvSpPr txBox="1"/>
            <p:nvPr/>
          </p:nvSpPr>
          <p:spPr>
            <a:xfrm>
              <a:off x="3791315" y="1800457"/>
              <a:ext cx="7714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b="1" dirty="0">
                  <a:solidFill>
                    <a:schemeClr val="bg1"/>
                  </a:solidFill>
                  <a:cs typeface="Segoe UI Semibold" panose="020B0702040204020203" pitchFamily="34" charset="0"/>
                </a:rPr>
                <a:t>Zone</a:t>
              </a:r>
            </a:p>
          </p:txBody>
        </p:sp>
        <p:cxnSp>
          <p:nvCxnSpPr>
            <p:cNvPr id="556" name="直線コネクタ 555">
              <a:extLst>
                <a:ext uri="{FF2B5EF4-FFF2-40B4-BE49-F238E27FC236}">
                  <a16:creationId xmlns:a16="http://schemas.microsoft.com/office/drawing/2014/main" id="{2138DDCA-D348-4861-7C0F-D5B87CCBE423}"/>
                </a:ext>
              </a:extLst>
            </p:cNvPr>
            <p:cNvCxnSpPr/>
            <p:nvPr/>
          </p:nvCxnSpPr>
          <p:spPr>
            <a:xfrm>
              <a:off x="3791316" y="2108234"/>
              <a:ext cx="7714811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0" name="グループ化 559">
            <a:extLst>
              <a:ext uri="{FF2B5EF4-FFF2-40B4-BE49-F238E27FC236}">
                <a16:creationId xmlns:a16="http://schemas.microsoft.com/office/drawing/2014/main" id="{CCF0E858-9342-A303-6474-A31F6C9027FC}"/>
              </a:ext>
            </a:extLst>
          </p:cNvPr>
          <p:cNvGrpSpPr/>
          <p:nvPr/>
        </p:nvGrpSpPr>
        <p:grpSpPr>
          <a:xfrm>
            <a:off x="614256" y="1800457"/>
            <a:ext cx="5152298" cy="307777"/>
            <a:chOff x="614256" y="1800457"/>
            <a:chExt cx="2734924" cy="307777"/>
          </a:xfrm>
        </p:grpSpPr>
        <p:sp>
          <p:nvSpPr>
            <p:cNvPr id="553" name="テキスト ボックス 552">
              <a:extLst>
                <a:ext uri="{FF2B5EF4-FFF2-40B4-BE49-F238E27FC236}">
                  <a16:creationId xmlns:a16="http://schemas.microsoft.com/office/drawing/2014/main" id="{1473814C-16BD-DAFD-87F4-57C0C3B28EDA}"/>
                </a:ext>
              </a:extLst>
            </p:cNvPr>
            <p:cNvSpPr txBox="1"/>
            <p:nvPr/>
          </p:nvSpPr>
          <p:spPr>
            <a:xfrm>
              <a:off x="614256" y="1800457"/>
              <a:ext cx="27349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b="1" dirty="0">
                  <a:solidFill>
                    <a:schemeClr val="bg1"/>
                  </a:solidFill>
                  <a:cs typeface="Segoe UI Semibold" panose="020B0702040204020203" pitchFamily="34" charset="0"/>
                </a:rPr>
                <a:t>Hybrid (Domain + Zone)</a:t>
              </a:r>
            </a:p>
          </p:txBody>
        </p:sp>
        <p:cxnSp>
          <p:nvCxnSpPr>
            <p:cNvPr id="559" name="直線コネクタ 558">
              <a:extLst>
                <a:ext uri="{FF2B5EF4-FFF2-40B4-BE49-F238E27FC236}">
                  <a16:creationId xmlns:a16="http://schemas.microsoft.com/office/drawing/2014/main" id="{54423CFD-CF4B-A1FC-5BA2-D59992C40718}"/>
                </a:ext>
              </a:extLst>
            </p:cNvPr>
            <p:cNvCxnSpPr/>
            <p:nvPr/>
          </p:nvCxnSpPr>
          <p:spPr>
            <a:xfrm>
              <a:off x="614256" y="2108234"/>
              <a:ext cx="273492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7" name="グループ化 566">
            <a:extLst>
              <a:ext uri="{FF2B5EF4-FFF2-40B4-BE49-F238E27FC236}">
                <a16:creationId xmlns:a16="http://schemas.microsoft.com/office/drawing/2014/main" id="{481E6444-7E33-CC11-538A-E66A6523D99F}"/>
              </a:ext>
            </a:extLst>
          </p:cNvPr>
          <p:cNvGrpSpPr/>
          <p:nvPr/>
        </p:nvGrpSpPr>
        <p:grpSpPr>
          <a:xfrm>
            <a:off x="9599109" y="2115727"/>
            <a:ext cx="1907018" cy="307777"/>
            <a:chOff x="3791315" y="1800457"/>
            <a:chExt cx="7714812" cy="307777"/>
          </a:xfrm>
        </p:grpSpPr>
        <p:sp>
          <p:nvSpPr>
            <p:cNvPr id="568" name="テキスト ボックス 567">
              <a:extLst>
                <a:ext uri="{FF2B5EF4-FFF2-40B4-BE49-F238E27FC236}">
                  <a16:creationId xmlns:a16="http://schemas.microsoft.com/office/drawing/2014/main" id="{53635B0B-5B93-0413-4631-78B046DF8F30}"/>
                </a:ext>
              </a:extLst>
            </p:cNvPr>
            <p:cNvSpPr txBox="1"/>
            <p:nvPr/>
          </p:nvSpPr>
          <p:spPr>
            <a:xfrm>
              <a:off x="3791315" y="1800457"/>
              <a:ext cx="7714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cs typeface="Segoe UI Semibold" panose="020B0702040204020203" pitchFamily="34" charset="0"/>
                </a:rPr>
                <a:t>VC centralized type</a:t>
              </a:r>
            </a:p>
          </p:txBody>
        </p:sp>
        <p:cxnSp>
          <p:nvCxnSpPr>
            <p:cNvPr id="569" name="直線コネクタ 568">
              <a:extLst>
                <a:ext uri="{FF2B5EF4-FFF2-40B4-BE49-F238E27FC236}">
                  <a16:creationId xmlns:a16="http://schemas.microsoft.com/office/drawing/2014/main" id="{52C1CB71-F691-2931-8128-5625DF17DA1C}"/>
                </a:ext>
              </a:extLst>
            </p:cNvPr>
            <p:cNvCxnSpPr/>
            <p:nvPr/>
          </p:nvCxnSpPr>
          <p:spPr>
            <a:xfrm>
              <a:off x="3791316" y="2108234"/>
              <a:ext cx="7714811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0" name="テキスト ボックス 569">
            <a:extLst>
              <a:ext uri="{FF2B5EF4-FFF2-40B4-BE49-F238E27FC236}">
                <a16:creationId xmlns:a16="http://schemas.microsoft.com/office/drawing/2014/main" id="{C2B54998-5E90-3A2A-B783-C42DE59136C0}"/>
              </a:ext>
            </a:extLst>
          </p:cNvPr>
          <p:cNvSpPr txBox="1"/>
          <p:nvPr/>
        </p:nvSpPr>
        <p:spPr>
          <a:xfrm>
            <a:off x="614256" y="5123439"/>
            <a:ext cx="28305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PT/CS is reused from legacy </a:t>
            </a:r>
            <a:r>
              <a:rPr kumimoji="1" lang="en-US" altLang="ja-JP" sz="1200" dirty="0">
                <a:solidFill>
                  <a:schemeClr val="bg1"/>
                </a:solidFill>
              </a:rPr>
              <a:t>so that required performance is not changed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bg1"/>
                </a:solidFill>
              </a:rPr>
              <a:t>Zone requires performance depends on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actuator(s) connected to Zone</a:t>
            </a:r>
            <a:endParaRPr kumimoji="1" lang="ja-JP" altLang="en-US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1" name="テキスト ボックス 570">
            <a:extLst>
              <a:ext uri="{FF2B5EF4-FFF2-40B4-BE49-F238E27FC236}">
                <a16:creationId xmlns:a16="http://schemas.microsoft.com/office/drawing/2014/main" id="{B504612A-89B3-B7FD-7328-1EAAB5F692D7}"/>
              </a:ext>
            </a:extLst>
          </p:cNvPr>
          <p:cNvSpPr txBox="1"/>
          <p:nvPr/>
        </p:nvSpPr>
        <p:spPr>
          <a:xfrm>
            <a:off x="3413171" y="5123439"/>
            <a:ext cx="28305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 err="1">
                <a:solidFill>
                  <a:schemeClr val="bg1"/>
                </a:solidFill>
              </a:rPr>
              <a:t>VCU</a:t>
            </a:r>
            <a:r>
              <a:rPr kumimoji="1" lang="en-US" altLang="ja-JP" sz="1200" dirty="0">
                <a:solidFill>
                  <a:schemeClr val="bg1"/>
                </a:solidFill>
              </a:rPr>
              <a:t> merged several vehicle control functions requires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higher performance than legacy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bg1"/>
                </a:solidFill>
              </a:rPr>
              <a:t>Zone requires performance depends on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actuator(s) connected to Zone</a:t>
            </a:r>
            <a:endParaRPr kumimoji="1" lang="ja-JP" altLang="en-US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2" name="テキスト ボックス 571">
            <a:extLst>
              <a:ext uri="{FF2B5EF4-FFF2-40B4-BE49-F238E27FC236}">
                <a16:creationId xmlns:a16="http://schemas.microsoft.com/office/drawing/2014/main" id="{039A16C4-1E19-3838-E589-0607D33EFA98}"/>
              </a:ext>
            </a:extLst>
          </p:cNvPr>
          <p:cNvSpPr txBox="1"/>
          <p:nvPr/>
        </p:nvSpPr>
        <p:spPr>
          <a:xfrm>
            <a:off x="6241642" y="5123439"/>
            <a:ext cx="2830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bg1"/>
                </a:solidFill>
              </a:rPr>
              <a:t>Zone requires performance depends on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vehicle function(s)</a:t>
            </a:r>
            <a:r>
              <a:rPr kumimoji="1" lang="en-US" altLang="ja-JP" sz="1200" dirty="0"/>
              <a:t> or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actuator(s) connected to Zone</a:t>
            </a:r>
            <a:endParaRPr kumimoji="1" lang="ja-JP" altLang="en-US" sz="1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3" name="テキスト ボックス 572">
            <a:extLst>
              <a:ext uri="{FF2B5EF4-FFF2-40B4-BE49-F238E27FC236}">
                <a16:creationId xmlns:a16="http://schemas.microsoft.com/office/drawing/2014/main" id="{C00CA175-4A9B-5E9A-5BFA-8230C4771DFC}"/>
              </a:ext>
            </a:extLst>
          </p:cNvPr>
          <p:cNvSpPr txBox="1"/>
          <p:nvPr/>
        </p:nvSpPr>
        <p:spPr>
          <a:xfrm>
            <a:off x="9246338" y="5123439"/>
            <a:ext cx="2466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bg1"/>
                </a:solidFill>
              </a:rPr>
              <a:t>All VC functions are integrated into central so that a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powerful RT performance</a:t>
            </a:r>
            <a:r>
              <a:rPr kumimoji="1" lang="en-US" altLang="ja-JP" sz="1200" dirty="0">
                <a:solidFill>
                  <a:schemeClr val="bg1"/>
                </a:solidFill>
              </a:rPr>
              <a:t> is required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bg1"/>
                </a:solidFill>
              </a:rPr>
              <a:t>I/O hub has only signal routing function and requires </a:t>
            </a:r>
            <a:r>
              <a:rPr kumimoji="1" lang="en-US" altLang="ja-JP" sz="1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minimum performance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69D8129-4786-9816-D470-0E1C8D09A03F}"/>
              </a:ext>
            </a:extLst>
          </p:cNvPr>
          <p:cNvGrpSpPr/>
          <p:nvPr/>
        </p:nvGrpSpPr>
        <p:grpSpPr>
          <a:xfrm>
            <a:off x="613785" y="2508324"/>
            <a:ext cx="2739423" cy="2524488"/>
            <a:chOff x="613785" y="2508324"/>
            <a:chExt cx="2739423" cy="2524488"/>
          </a:xfrm>
        </p:grpSpPr>
        <p:grpSp>
          <p:nvGrpSpPr>
            <p:cNvPr id="549" name="グループ化 548">
              <a:extLst>
                <a:ext uri="{FF2B5EF4-FFF2-40B4-BE49-F238E27FC236}">
                  <a16:creationId xmlns:a16="http://schemas.microsoft.com/office/drawing/2014/main" id="{6810B864-FDDC-DBAB-E20C-CAFEDFC38345}"/>
                </a:ext>
              </a:extLst>
            </p:cNvPr>
            <p:cNvGrpSpPr/>
            <p:nvPr/>
          </p:nvGrpSpPr>
          <p:grpSpPr>
            <a:xfrm>
              <a:off x="613785" y="2508324"/>
              <a:ext cx="2739423" cy="2524488"/>
              <a:chOff x="613785" y="3678820"/>
              <a:chExt cx="2739423" cy="2524488"/>
            </a:xfrm>
          </p:grpSpPr>
          <p:grpSp>
            <p:nvGrpSpPr>
              <p:cNvPr id="303" name="グループ化 302">
                <a:extLst>
                  <a:ext uri="{FF2B5EF4-FFF2-40B4-BE49-F238E27FC236}">
                    <a16:creationId xmlns:a16="http://schemas.microsoft.com/office/drawing/2014/main" id="{355DF033-21E0-06AE-98A3-7D97F883C27A}"/>
                  </a:ext>
                </a:extLst>
              </p:cNvPr>
              <p:cNvGrpSpPr/>
              <p:nvPr/>
            </p:nvGrpSpPr>
            <p:grpSpPr>
              <a:xfrm>
                <a:off x="683518" y="3678820"/>
                <a:ext cx="2010176" cy="862631"/>
                <a:chOff x="1092922" y="3513277"/>
                <a:chExt cx="2010176" cy="862631"/>
              </a:xfrm>
            </p:grpSpPr>
            <p:sp>
              <p:nvSpPr>
                <p:cNvPr id="197" name="正方形/長方形 196">
                  <a:extLst>
                    <a:ext uri="{FF2B5EF4-FFF2-40B4-BE49-F238E27FC236}">
                      <a16:creationId xmlns:a16="http://schemas.microsoft.com/office/drawing/2014/main" id="{770F8580-F7DB-0ECF-EF10-2D8DEC14BA14}"/>
                    </a:ext>
                  </a:extLst>
                </p:cNvPr>
                <p:cNvSpPr/>
                <p:nvPr/>
              </p:nvSpPr>
              <p:spPr>
                <a:xfrm>
                  <a:off x="2599098" y="3513277"/>
                  <a:ext cx="504000" cy="6480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t"/>
                <a:lstStyle/>
                <a:p>
                  <a:pPr algn="ctr"/>
                  <a:r>
                    <a:rPr kumimoji="1" lang="en-US" altLang="ja-JP" sz="1200" dirty="0">
                      <a:solidFill>
                        <a:schemeClr val="tx1"/>
                      </a:solidFill>
                    </a:rPr>
                    <a:t>ADC</a:t>
                  </a:r>
                  <a:endParaRPr kumimoji="1" lang="ja-JP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正方形/長方形 214">
                  <a:extLst>
                    <a:ext uri="{FF2B5EF4-FFF2-40B4-BE49-F238E27FC236}">
                      <a16:creationId xmlns:a16="http://schemas.microsoft.com/office/drawing/2014/main" id="{BA355478-4B2A-9F99-AD01-6060B231C1E4}"/>
                    </a:ext>
                  </a:extLst>
                </p:cNvPr>
                <p:cNvSpPr/>
                <p:nvPr/>
              </p:nvSpPr>
              <p:spPr>
                <a:xfrm>
                  <a:off x="2677426" y="3792123"/>
                  <a:ext cx="360000" cy="309787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4" name="正方形/長方形 3">
                  <a:extLst>
                    <a:ext uri="{FF2B5EF4-FFF2-40B4-BE49-F238E27FC236}">
                      <a16:creationId xmlns:a16="http://schemas.microsoft.com/office/drawing/2014/main" id="{0A175F06-57AA-061B-048E-CA46FC094515}"/>
                    </a:ext>
                  </a:extLst>
                </p:cNvPr>
                <p:cNvSpPr/>
                <p:nvPr/>
              </p:nvSpPr>
              <p:spPr>
                <a:xfrm>
                  <a:off x="1092922" y="4066121"/>
                  <a:ext cx="360000" cy="309787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</p:grpSp>
          <p:grpSp>
            <p:nvGrpSpPr>
              <p:cNvPr id="302" name="グループ化 301">
                <a:extLst>
                  <a:ext uri="{FF2B5EF4-FFF2-40B4-BE49-F238E27FC236}">
                    <a16:creationId xmlns:a16="http://schemas.microsoft.com/office/drawing/2014/main" id="{6B770B01-3F51-593A-5FB4-D17504B9EA4E}"/>
                  </a:ext>
                </a:extLst>
              </p:cNvPr>
              <p:cNvGrpSpPr/>
              <p:nvPr/>
            </p:nvGrpSpPr>
            <p:grpSpPr>
              <a:xfrm>
                <a:off x="2845180" y="3678820"/>
                <a:ext cx="504000" cy="648000"/>
                <a:chOff x="3254584" y="3513277"/>
                <a:chExt cx="504000" cy="648000"/>
              </a:xfrm>
            </p:grpSpPr>
            <p:sp>
              <p:nvSpPr>
                <p:cNvPr id="198" name="正方形/長方形 197">
                  <a:extLst>
                    <a:ext uri="{FF2B5EF4-FFF2-40B4-BE49-F238E27FC236}">
                      <a16:creationId xmlns:a16="http://schemas.microsoft.com/office/drawing/2014/main" id="{ADE4C3D3-3496-21F8-FAF3-CD2DAB5476AF}"/>
                    </a:ext>
                  </a:extLst>
                </p:cNvPr>
                <p:cNvSpPr/>
                <p:nvPr/>
              </p:nvSpPr>
              <p:spPr>
                <a:xfrm>
                  <a:off x="3254584" y="3513277"/>
                  <a:ext cx="504000" cy="6480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t"/>
                <a:lstStyle/>
                <a:p>
                  <a:pPr algn="ctr"/>
                  <a:r>
                    <a:rPr kumimoji="1" lang="en-US" altLang="ja-JP" sz="1200" dirty="0">
                      <a:solidFill>
                        <a:schemeClr val="tx1"/>
                      </a:solidFill>
                    </a:rPr>
                    <a:t>CDC</a:t>
                  </a:r>
                  <a:endParaRPr kumimoji="1" lang="ja-JP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1" name="正方形/長方形 220">
                  <a:extLst>
                    <a:ext uri="{FF2B5EF4-FFF2-40B4-BE49-F238E27FC236}">
                      <a16:creationId xmlns:a16="http://schemas.microsoft.com/office/drawing/2014/main" id="{0CA6AB26-14EB-512A-1653-AF66C6058714}"/>
                    </a:ext>
                  </a:extLst>
                </p:cNvPr>
                <p:cNvSpPr/>
                <p:nvPr/>
              </p:nvSpPr>
              <p:spPr>
                <a:xfrm>
                  <a:off x="3332912" y="3861626"/>
                  <a:ext cx="360000" cy="23338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</p:grpSp>
          <p:grpSp>
            <p:nvGrpSpPr>
              <p:cNvPr id="300" name="グループ化 299">
                <a:extLst>
                  <a:ext uri="{FF2B5EF4-FFF2-40B4-BE49-F238E27FC236}">
                    <a16:creationId xmlns:a16="http://schemas.microsoft.com/office/drawing/2014/main" id="{14E4F6B2-28B2-3FAB-EE1F-8ED2207EC90D}"/>
                  </a:ext>
                </a:extLst>
              </p:cNvPr>
              <p:cNvGrpSpPr/>
              <p:nvPr/>
            </p:nvGrpSpPr>
            <p:grpSpPr>
              <a:xfrm>
                <a:off x="614256" y="5135275"/>
                <a:ext cx="648000" cy="1068033"/>
                <a:chOff x="614256" y="5135275"/>
                <a:chExt cx="648000" cy="1068033"/>
              </a:xfrm>
            </p:grpSpPr>
            <p:sp>
              <p:nvSpPr>
                <p:cNvPr id="224" name="楕円 223">
                  <a:extLst>
                    <a:ext uri="{FF2B5EF4-FFF2-40B4-BE49-F238E27FC236}">
                      <a16:creationId xmlns:a16="http://schemas.microsoft.com/office/drawing/2014/main" id="{B979BCCE-EABE-4E63-22AD-FA74BF82C295}"/>
                    </a:ext>
                  </a:extLst>
                </p:cNvPr>
                <p:cNvSpPr/>
                <p:nvPr/>
              </p:nvSpPr>
              <p:spPr>
                <a:xfrm>
                  <a:off x="721873" y="6059308"/>
                  <a:ext cx="144000" cy="144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25" name="正方形/長方形 224">
                  <a:extLst>
                    <a:ext uri="{FF2B5EF4-FFF2-40B4-BE49-F238E27FC236}">
                      <a16:creationId xmlns:a16="http://schemas.microsoft.com/office/drawing/2014/main" id="{6AF56E30-1D68-EC4A-68A4-8CCDB51ABCED}"/>
                    </a:ext>
                  </a:extLst>
                </p:cNvPr>
                <p:cNvSpPr/>
                <p:nvPr/>
              </p:nvSpPr>
              <p:spPr>
                <a:xfrm>
                  <a:off x="1010256" y="6059308"/>
                  <a:ext cx="144000" cy="14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cxnSp>
              <p:nvCxnSpPr>
                <p:cNvPr id="227" name="直線コネクタ 226">
                  <a:extLst>
                    <a:ext uri="{FF2B5EF4-FFF2-40B4-BE49-F238E27FC236}">
                      <a16:creationId xmlns:a16="http://schemas.microsoft.com/office/drawing/2014/main" id="{07B15BDA-74BF-9D12-EC67-A1C55590F920}"/>
                    </a:ext>
                  </a:extLst>
                </p:cNvPr>
                <p:cNvCxnSpPr>
                  <a:stCxn id="224" idx="0"/>
                  <a:endCxn id="223" idx="2"/>
                </p:cNvCxnSpPr>
                <p:nvPr/>
              </p:nvCxnSpPr>
              <p:spPr>
                <a:xfrm flipV="1">
                  <a:off x="793873" y="5779882"/>
                  <a:ext cx="0" cy="279426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線コネクタ 227">
                  <a:extLst>
                    <a:ext uri="{FF2B5EF4-FFF2-40B4-BE49-F238E27FC236}">
                      <a16:creationId xmlns:a16="http://schemas.microsoft.com/office/drawing/2014/main" id="{0590A740-3652-EB7F-EFC8-60A9EF8D79B7}"/>
                    </a:ext>
                  </a:extLst>
                </p:cNvPr>
                <p:cNvCxnSpPr>
                  <a:cxnSpLocks/>
                  <a:stCxn id="225" idx="0"/>
                  <a:endCxn id="222" idx="2"/>
                </p:cNvCxnSpPr>
                <p:nvPr/>
              </p:nvCxnSpPr>
              <p:spPr>
                <a:xfrm flipV="1">
                  <a:off x="1082256" y="5779882"/>
                  <a:ext cx="0" cy="279426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正方形/長方形 198">
                  <a:extLst>
                    <a:ext uri="{FF2B5EF4-FFF2-40B4-BE49-F238E27FC236}">
                      <a16:creationId xmlns:a16="http://schemas.microsoft.com/office/drawing/2014/main" id="{F7EA25E7-D4E5-317C-3D7B-F333F5F9FD6A}"/>
                    </a:ext>
                  </a:extLst>
                </p:cNvPr>
                <p:cNvSpPr/>
                <p:nvPr/>
              </p:nvSpPr>
              <p:spPr>
                <a:xfrm>
                  <a:off x="614256" y="5135275"/>
                  <a:ext cx="648000" cy="710095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t"/>
                <a:lstStyle/>
                <a:p>
                  <a:pPr algn="ctr"/>
                  <a:r>
                    <a:rPr kumimoji="1" lang="en-US" altLang="ja-JP" sz="1200">
                      <a:solidFill>
                        <a:schemeClr val="tx1"/>
                      </a:solidFill>
                    </a:rPr>
                    <a:t>PT</a:t>
                  </a:r>
                  <a:endParaRPr kumimoji="1" lang="ja-JP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2" name="正方形/長方形 221">
                  <a:extLst>
                    <a:ext uri="{FF2B5EF4-FFF2-40B4-BE49-F238E27FC236}">
                      <a16:creationId xmlns:a16="http://schemas.microsoft.com/office/drawing/2014/main" id="{0A3E0739-C722-F73A-0C7D-1DF02AA3BFDB}"/>
                    </a:ext>
                  </a:extLst>
                </p:cNvPr>
                <p:cNvSpPr/>
                <p:nvPr/>
              </p:nvSpPr>
              <p:spPr>
                <a:xfrm>
                  <a:off x="974256" y="5587565"/>
                  <a:ext cx="216000" cy="192317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23" name="正方形/長方形 222">
                  <a:extLst>
                    <a:ext uri="{FF2B5EF4-FFF2-40B4-BE49-F238E27FC236}">
                      <a16:creationId xmlns:a16="http://schemas.microsoft.com/office/drawing/2014/main" id="{1CE1A9F5-9514-A4F0-ADF5-C8C693E7A112}"/>
                    </a:ext>
                  </a:extLst>
                </p:cNvPr>
                <p:cNvSpPr/>
                <p:nvPr/>
              </p:nvSpPr>
              <p:spPr>
                <a:xfrm>
                  <a:off x="685873" y="5502166"/>
                  <a:ext cx="216000" cy="277716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</p:grpSp>
          <p:cxnSp>
            <p:nvCxnSpPr>
              <p:cNvPr id="241" name="コネクタ: カギ線 240">
                <a:extLst>
                  <a:ext uri="{FF2B5EF4-FFF2-40B4-BE49-F238E27FC236}">
                    <a16:creationId xmlns:a16="http://schemas.microsoft.com/office/drawing/2014/main" id="{A5D4DE9E-0597-C9DD-E998-0B8FC71728BB}"/>
                  </a:ext>
                </a:extLst>
              </p:cNvPr>
              <p:cNvCxnSpPr>
                <a:cxnSpLocks/>
                <a:stCxn id="220" idx="2"/>
                <a:endCxn id="199" idx="0"/>
              </p:cNvCxnSpPr>
              <p:nvPr/>
            </p:nvCxnSpPr>
            <p:spPr>
              <a:xfrm rot="5400000">
                <a:off x="843232" y="4651224"/>
                <a:ext cx="579075" cy="389026"/>
              </a:xfrm>
              <a:prstGeom prst="bentConnector3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コネクタ: カギ線 241">
                <a:extLst>
                  <a:ext uri="{FF2B5EF4-FFF2-40B4-BE49-F238E27FC236}">
                    <a16:creationId xmlns:a16="http://schemas.microsoft.com/office/drawing/2014/main" id="{1FFA95D7-83C9-AF75-D6FD-6765A3D293D7}"/>
                  </a:ext>
                </a:extLst>
              </p:cNvPr>
              <p:cNvCxnSpPr>
                <a:cxnSpLocks/>
                <a:stCxn id="220" idx="2"/>
                <a:endCxn id="200" idx="0"/>
              </p:cNvCxnSpPr>
              <p:nvPr/>
            </p:nvCxnSpPr>
            <p:spPr>
              <a:xfrm rot="16200000" flipH="1">
                <a:off x="1191724" y="4691758"/>
                <a:ext cx="579075" cy="307958"/>
              </a:xfrm>
              <a:prstGeom prst="bentConnector3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コネクタ: カギ線 251">
                <a:extLst>
                  <a:ext uri="{FF2B5EF4-FFF2-40B4-BE49-F238E27FC236}">
                    <a16:creationId xmlns:a16="http://schemas.microsoft.com/office/drawing/2014/main" id="{66CFFA86-0EC2-DDBC-A673-85F4091BAF05}"/>
                  </a:ext>
                </a:extLst>
              </p:cNvPr>
              <p:cNvCxnSpPr>
                <a:cxnSpLocks/>
                <a:stCxn id="216" idx="2"/>
                <a:endCxn id="202" idx="0"/>
              </p:cNvCxnSpPr>
              <p:nvPr/>
            </p:nvCxnSpPr>
            <p:spPr>
              <a:xfrm rot="16200000" flipH="1">
                <a:off x="2118698" y="4224764"/>
                <a:ext cx="579075" cy="124194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コネクタ: カギ線 254">
                <a:extLst>
                  <a:ext uri="{FF2B5EF4-FFF2-40B4-BE49-F238E27FC236}">
                    <a16:creationId xmlns:a16="http://schemas.microsoft.com/office/drawing/2014/main" id="{30E3070E-48C9-192F-3B76-D460CD5C6930}"/>
                  </a:ext>
                </a:extLst>
              </p:cNvPr>
              <p:cNvCxnSpPr>
                <a:cxnSpLocks/>
                <a:stCxn id="216" idx="2"/>
                <a:endCxn id="201" idx="0"/>
              </p:cNvCxnSpPr>
              <p:nvPr/>
            </p:nvCxnSpPr>
            <p:spPr>
              <a:xfrm rot="16200000" flipH="1">
                <a:off x="1770206" y="4573256"/>
                <a:ext cx="579075" cy="544961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コネクタ: カギ線 257">
                <a:extLst>
                  <a:ext uri="{FF2B5EF4-FFF2-40B4-BE49-F238E27FC236}">
                    <a16:creationId xmlns:a16="http://schemas.microsoft.com/office/drawing/2014/main" id="{57A24F11-D875-543D-029F-75EB9EE3205E}"/>
                  </a:ext>
                </a:extLst>
              </p:cNvPr>
              <p:cNvCxnSpPr>
                <a:cxnSpLocks/>
                <a:stCxn id="220" idx="3"/>
                <a:endCxn id="197" idx="2"/>
              </p:cNvCxnSpPr>
              <p:nvPr/>
            </p:nvCxnSpPr>
            <p:spPr>
              <a:xfrm flipV="1">
                <a:off x="1507282" y="4326820"/>
                <a:ext cx="934412" cy="144559"/>
              </a:xfrm>
              <a:prstGeom prst="bentConnector2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コネクタ: カギ線 260">
                <a:extLst>
                  <a:ext uri="{FF2B5EF4-FFF2-40B4-BE49-F238E27FC236}">
                    <a16:creationId xmlns:a16="http://schemas.microsoft.com/office/drawing/2014/main" id="{136227A8-79FA-9168-DD7D-9A01DC6917AE}"/>
                  </a:ext>
                </a:extLst>
              </p:cNvPr>
              <p:cNvCxnSpPr>
                <a:cxnSpLocks/>
                <a:stCxn id="216" idx="3"/>
                <a:endCxn id="198" idx="2"/>
              </p:cNvCxnSpPr>
              <p:nvPr/>
            </p:nvCxnSpPr>
            <p:spPr>
              <a:xfrm flipV="1">
                <a:off x="1967263" y="4326820"/>
                <a:ext cx="1129917" cy="203438"/>
              </a:xfrm>
              <a:prstGeom prst="bentConnector2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1" name="グループ化 300">
                <a:extLst>
                  <a:ext uri="{FF2B5EF4-FFF2-40B4-BE49-F238E27FC236}">
                    <a16:creationId xmlns:a16="http://schemas.microsoft.com/office/drawing/2014/main" id="{42BEFC13-52FB-080B-886F-E3A0058AC268}"/>
                  </a:ext>
                </a:extLst>
              </p:cNvPr>
              <p:cNvGrpSpPr/>
              <p:nvPr/>
            </p:nvGrpSpPr>
            <p:grpSpPr>
              <a:xfrm>
                <a:off x="613785" y="3678821"/>
                <a:ext cx="1444386" cy="923738"/>
                <a:chOff x="881019" y="3678821"/>
                <a:chExt cx="1444386" cy="923738"/>
              </a:xfrm>
            </p:grpSpPr>
            <p:sp>
              <p:nvSpPr>
                <p:cNvPr id="196" name="正方形/長方形 195">
                  <a:extLst>
                    <a:ext uri="{FF2B5EF4-FFF2-40B4-BE49-F238E27FC236}">
                      <a16:creationId xmlns:a16="http://schemas.microsoft.com/office/drawing/2014/main" id="{4F1D8E50-3F31-9980-D62A-780BA71AB361}"/>
                    </a:ext>
                  </a:extLst>
                </p:cNvPr>
                <p:cNvSpPr/>
                <p:nvPr/>
              </p:nvSpPr>
              <p:spPr>
                <a:xfrm>
                  <a:off x="881019" y="3678821"/>
                  <a:ext cx="1444386" cy="92373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t"/>
                <a:lstStyle/>
                <a:p>
                  <a:pPr algn="ctr"/>
                  <a:r>
                    <a:rPr kumimoji="1" lang="en-US" altLang="ja-JP" sz="1200" dirty="0">
                      <a:solidFill>
                        <a:schemeClr val="tx1"/>
                      </a:solidFill>
                    </a:rPr>
                    <a:t>Central ECU*</a:t>
                  </a:r>
                  <a:endParaRPr kumimoji="1" lang="ja-JP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6" name="正方形/長方形 215">
                  <a:extLst>
                    <a:ext uri="{FF2B5EF4-FFF2-40B4-BE49-F238E27FC236}">
                      <a16:creationId xmlns:a16="http://schemas.microsoft.com/office/drawing/2014/main" id="{BAACC3C5-CF1E-FC90-834E-6A11C0D1F3CE}"/>
                    </a:ext>
                  </a:extLst>
                </p:cNvPr>
                <p:cNvSpPr/>
                <p:nvPr/>
              </p:nvSpPr>
              <p:spPr>
                <a:xfrm>
                  <a:off x="1874497" y="4504315"/>
                  <a:ext cx="360000" cy="51885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20" name="正方形/長方形 219">
                  <a:extLst>
                    <a:ext uri="{FF2B5EF4-FFF2-40B4-BE49-F238E27FC236}">
                      <a16:creationId xmlns:a16="http://schemas.microsoft.com/office/drawing/2014/main" id="{2D8E72BD-7AB4-1678-6FC1-16863976FA91}"/>
                    </a:ext>
                  </a:extLst>
                </p:cNvPr>
                <p:cNvSpPr/>
                <p:nvPr/>
              </p:nvSpPr>
              <p:spPr>
                <a:xfrm>
                  <a:off x="1414516" y="4386558"/>
                  <a:ext cx="360000" cy="169642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</p:grpSp>
          <p:grpSp>
            <p:nvGrpSpPr>
              <p:cNvPr id="297" name="グループ化 296">
                <a:extLst>
                  <a:ext uri="{FF2B5EF4-FFF2-40B4-BE49-F238E27FC236}">
                    <a16:creationId xmlns:a16="http://schemas.microsoft.com/office/drawing/2014/main" id="{AC9AE9A2-0F30-71CB-441D-07E102E98F20}"/>
                  </a:ext>
                </a:extLst>
              </p:cNvPr>
              <p:cNvGrpSpPr/>
              <p:nvPr/>
            </p:nvGrpSpPr>
            <p:grpSpPr>
              <a:xfrm>
                <a:off x="2705208" y="5135275"/>
                <a:ext cx="648000" cy="1068033"/>
                <a:chOff x="3044714" y="5135275"/>
                <a:chExt cx="648000" cy="1068033"/>
              </a:xfrm>
            </p:grpSpPr>
            <p:sp>
              <p:nvSpPr>
                <p:cNvPr id="289" name="楕円 288">
                  <a:extLst>
                    <a:ext uri="{FF2B5EF4-FFF2-40B4-BE49-F238E27FC236}">
                      <a16:creationId xmlns:a16="http://schemas.microsoft.com/office/drawing/2014/main" id="{D20DA62A-D914-4C8B-9E56-0A3E2EF4D72F}"/>
                    </a:ext>
                  </a:extLst>
                </p:cNvPr>
                <p:cNvSpPr/>
                <p:nvPr/>
              </p:nvSpPr>
              <p:spPr>
                <a:xfrm>
                  <a:off x="3159214" y="6059308"/>
                  <a:ext cx="144000" cy="144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90" name="正方形/長方形 289">
                  <a:extLst>
                    <a:ext uri="{FF2B5EF4-FFF2-40B4-BE49-F238E27FC236}">
                      <a16:creationId xmlns:a16="http://schemas.microsoft.com/office/drawing/2014/main" id="{01B99AB6-553A-5B7D-A710-C7DEE4B1E39D}"/>
                    </a:ext>
                  </a:extLst>
                </p:cNvPr>
                <p:cNvSpPr/>
                <p:nvPr/>
              </p:nvSpPr>
              <p:spPr>
                <a:xfrm>
                  <a:off x="3447478" y="6059308"/>
                  <a:ext cx="144000" cy="14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cxnSp>
              <p:nvCxnSpPr>
                <p:cNvPr id="291" name="直線コネクタ 290">
                  <a:extLst>
                    <a:ext uri="{FF2B5EF4-FFF2-40B4-BE49-F238E27FC236}">
                      <a16:creationId xmlns:a16="http://schemas.microsoft.com/office/drawing/2014/main" id="{6C153B3C-682C-9C24-2A47-5A9F2C195326}"/>
                    </a:ext>
                  </a:extLst>
                </p:cNvPr>
                <p:cNvCxnSpPr>
                  <a:cxnSpLocks/>
                  <a:stCxn id="289" idx="0"/>
                  <a:endCxn id="238" idx="2"/>
                </p:cNvCxnSpPr>
                <p:nvPr/>
              </p:nvCxnSpPr>
              <p:spPr>
                <a:xfrm flipV="1">
                  <a:off x="3231214" y="5779881"/>
                  <a:ext cx="0" cy="279427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線コネクタ 293">
                  <a:extLst>
                    <a:ext uri="{FF2B5EF4-FFF2-40B4-BE49-F238E27FC236}">
                      <a16:creationId xmlns:a16="http://schemas.microsoft.com/office/drawing/2014/main" id="{8A70B5F4-F178-3E17-3CAE-ABF25B9A2635}"/>
                    </a:ext>
                  </a:extLst>
                </p:cNvPr>
                <p:cNvCxnSpPr>
                  <a:cxnSpLocks/>
                  <a:stCxn id="290" idx="0"/>
                  <a:endCxn id="237" idx="2"/>
                </p:cNvCxnSpPr>
                <p:nvPr/>
              </p:nvCxnSpPr>
              <p:spPr>
                <a:xfrm flipV="1">
                  <a:off x="3519478" y="5779882"/>
                  <a:ext cx="0" cy="279426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正方形/長方形 201">
                  <a:extLst>
                    <a:ext uri="{FF2B5EF4-FFF2-40B4-BE49-F238E27FC236}">
                      <a16:creationId xmlns:a16="http://schemas.microsoft.com/office/drawing/2014/main" id="{4D95FFB1-807E-7BDA-F747-028C032631B8}"/>
                    </a:ext>
                  </a:extLst>
                </p:cNvPr>
                <p:cNvSpPr/>
                <p:nvPr/>
              </p:nvSpPr>
              <p:spPr>
                <a:xfrm>
                  <a:off x="3044714" y="5135275"/>
                  <a:ext cx="648000" cy="710095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t"/>
                <a:lstStyle/>
                <a:p>
                  <a:pPr algn="ctr"/>
                  <a:r>
                    <a:rPr kumimoji="1" lang="en-US" altLang="ja-JP" sz="1200">
                      <a:solidFill>
                        <a:schemeClr val="tx1"/>
                      </a:solidFill>
                    </a:rPr>
                    <a:t>Zone</a:t>
                  </a:r>
                  <a:endParaRPr kumimoji="1" lang="ja-JP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7" name="正方形/長方形 236">
                  <a:extLst>
                    <a:ext uri="{FF2B5EF4-FFF2-40B4-BE49-F238E27FC236}">
                      <a16:creationId xmlns:a16="http://schemas.microsoft.com/office/drawing/2014/main" id="{54046E92-99FA-319B-CA84-D24164BC77DA}"/>
                    </a:ext>
                  </a:extLst>
                </p:cNvPr>
                <p:cNvSpPr/>
                <p:nvPr/>
              </p:nvSpPr>
              <p:spPr>
                <a:xfrm>
                  <a:off x="3411478" y="5587565"/>
                  <a:ext cx="216000" cy="192317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38" name="正方形/長方形 237">
                  <a:extLst>
                    <a:ext uri="{FF2B5EF4-FFF2-40B4-BE49-F238E27FC236}">
                      <a16:creationId xmlns:a16="http://schemas.microsoft.com/office/drawing/2014/main" id="{FE42812E-0846-EA83-644A-D04A01584F37}"/>
                    </a:ext>
                  </a:extLst>
                </p:cNvPr>
                <p:cNvSpPr/>
                <p:nvPr/>
              </p:nvSpPr>
              <p:spPr>
                <a:xfrm>
                  <a:off x="3123214" y="5734162"/>
                  <a:ext cx="216000" cy="45719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</p:grpSp>
          <p:grpSp>
            <p:nvGrpSpPr>
              <p:cNvPr id="298" name="グループ化 297">
                <a:extLst>
                  <a:ext uri="{FF2B5EF4-FFF2-40B4-BE49-F238E27FC236}">
                    <a16:creationId xmlns:a16="http://schemas.microsoft.com/office/drawing/2014/main" id="{E7454D70-DAA8-6484-431E-7830BAF7AA8B}"/>
                  </a:ext>
                </a:extLst>
              </p:cNvPr>
              <p:cNvGrpSpPr/>
              <p:nvPr/>
            </p:nvGrpSpPr>
            <p:grpSpPr>
              <a:xfrm>
                <a:off x="2008224" y="5135275"/>
                <a:ext cx="648000" cy="1068033"/>
                <a:chOff x="2234157" y="5135275"/>
                <a:chExt cx="648000" cy="1068033"/>
              </a:xfrm>
            </p:grpSpPr>
            <p:sp>
              <p:nvSpPr>
                <p:cNvPr id="278" name="楕円 277">
                  <a:extLst>
                    <a:ext uri="{FF2B5EF4-FFF2-40B4-BE49-F238E27FC236}">
                      <a16:creationId xmlns:a16="http://schemas.microsoft.com/office/drawing/2014/main" id="{09EF4F92-384B-292D-8C54-9D7F31E8C4EF}"/>
                    </a:ext>
                  </a:extLst>
                </p:cNvPr>
                <p:cNvSpPr/>
                <p:nvPr/>
              </p:nvSpPr>
              <p:spPr>
                <a:xfrm>
                  <a:off x="2340400" y="6059308"/>
                  <a:ext cx="144000" cy="144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79" name="正方形/長方形 278">
                  <a:extLst>
                    <a:ext uri="{FF2B5EF4-FFF2-40B4-BE49-F238E27FC236}">
                      <a16:creationId xmlns:a16="http://schemas.microsoft.com/office/drawing/2014/main" id="{C78A37C2-2F1D-9BA9-394B-B23410867A2A}"/>
                    </a:ext>
                  </a:extLst>
                </p:cNvPr>
                <p:cNvSpPr/>
                <p:nvPr/>
              </p:nvSpPr>
              <p:spPr>
                <a:xfrm>
                  <a:off x="2634503" y="6059308"/>
                  <a:ext cx="144000" cy="14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cxnSp>
              <p:nvCxnSpPr>
                <p:cNvPr id="280" name="直線コネクタ 279">
                  <a:extLst>
                    <a:ext uri="{FF2B5EF4-FFF2-40B4-BE49-F238E27FC236}">
                      <a16:creationId xmlns:a16="http://schemas.microsoft.com/office/drawing/2014/main" id="{97594AE7-EF7F-B8C5-BC7C-FA808E1F36D4}"/>
                    </a:ext>
                  </a:extLst>
                </p:cNvPr>
                <p:cNvCxnSpPr>
                  <a:cxnSpLocks/>
                  <a:stCxn id="279" idx="0"/>
                  <a:endCxn id="235" idx="2"/>
                </p:cNvCxnSpPr>
                <p:nvPr/>
              </p:nvCxnSpPr>
              <p:spPr>
                <a:xfrm flipV="1">
                  <a:off x="2706503" y="5779882"/>
                  <a:ext cx="0" cy="279426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直線コネクタ 283">
                  <a:extLst>
                    <a:ext uri="{FF2B5EF4-FFF2-40B4-BE49-F238E27FC236}">
                      <a16:creationId xmlns:a16="http://schemas.microsoft.com/office/drawing/2014/main" id="{4588018D-D82D-3750-5781-17B21B3C985D}"/>
                    </a:ext>
                  </a:extLst>
                </p:cNvPr>
                <p:cNvCxnSpPr>
                  <a:cxnSpLocks/>
                  <a:stCxn id="278" idx="0"/>
                  <a:endCxn id="236" idx="2"/>
                </p:cNvCxnSpPr>
                <p:nvPr/>
              </p:nvCxnSpPr>
              <p:spPr>
                <a:xfrm flipV="1">
                  <a:off x="2412400" y="5779881"/>
                  <a:ext cx="0" cy="279427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正方形/長方形 200">
                  <a:extLst>
                    <a:ext uri="{FF2B5EF4-FFF2-40B4-BE49-F238E27FC236}">
                      <a16:creationId xmlns:a16="http://schemas.microsoft.com/office/drawing/2014/main" id="{FC7E8572-78AF-28E7-2585-14FA644F2FC1}"/>
                    </a:ext>
                  </a:extLst>
                </p:cNvPr>
                <p:cNvSpPr/>
                <p:nvPr/>
              </p:nvSpPr>
              <p:spPr>
                <a:xfrm>
                  <a:off x="2234157" y="5135275"/>
                  <a:ext cx="648000" cy="710095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t"/>
                <a:lstStyle/>
                <a:p>
                  <a:pPr algn="ctr"/>
                  <a:r>
                    <a:rPr kumimoji="1" lang="en-US" altLang="ja-JP" sz="1200">
                      <a:solidFill>
                        <a:schemeClr val="tx1"/>
                      </a:solidFill>
                    </a:rPr>
                    <a:t>Zone</a:t>
                  </a:r>
                  <a:endParaRPr kumimoji="1" lang="ja-JP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5" name="正方形/長方形 234">
                  <a:extLst>
                    <a:ext uri="{FF2B5EF4-FFF2-40B4-BE49-F238E27FC236}">
                      <a16:creationId xmlns:a16="http://schemas.microsoft.com/office/drawing/2014/main" id="{707929E0-0F78-B5B5-3952-143CC8258A05}"/>
                    </a:ext>
                  </a:extLst>
                </p:cNvPr>
                <p:cNvSpPr/>
                <p:nvPr/>
              </p:nvSpPr>
              <p:spPr>
                <a:xfrm>
                  <a:off x="2598503" y="5587565"/>
                  <a:ext cx="216000" cy="192317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36" name="正方形/長方形 235">
                  <a:extLst>
                    <a:ext uri="{FF2B5EF4-FFF2-40B4-BE49-F238E27FC236}">
                      <a16:creationId xmlns:a16="http://schemas.microsoft.com/office/drawing/2014/main" id="{C50F2F12-CBEE-FC06-9579-5FC0757D90C6}"/>
                    </a:ext>
                  </a:extLst>
                </p:cNvPr>
                <p:cNvSpPr/>
                <p:nvPr/>
              </p:nvSpPr>
              <p:spPr>
                <a:xfrm>
                  <a:off x="2304400" y="5669280"/>
                  <a:ext cx="216000" cy="110601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</p:grpSp>
          <p:grpSp>
            <p:nvGrpSpPr>
              <p:cNvPr id="299" name="グループ化 298">
                <a:extLst>
                  <a:ext uri="{FF2B5EF4-FFF2-40B4-BE49-F238E27FC236}">
                    <a16:creationId xmlns:a16="http://schemas.microsoft.com/office/drawing/2014/main" id="{6CF5BE34-60BC-C13A-F51C-91826E9D625E}"/>
                  </a:ext>
                </a:extLst>
              </p:cNvPr>
              <p:cNvGrpSpPr/>
              <p:nvPr/>
            </p:nvGrpSpPr>
            <p:grpSpPr>
              <a:xfrm>
                <a:off x="1311240" y="5135275"/>
                <a:ext cx="648000" cy="1068033"/>
                <a:chOff x="1428042" y="5135275"/>
                <a:chExt cx="648000" cy="1068033"/>
              </a:xfrm>
            </p:grpSpPr>
            <p:sp>
              <p:nvSpPr>
                <p:cNvPr id="266" name="楕円 265">
                  <a:extLst>
                    <a:ext uri="{FF2B5EF4-FFF2-40B4-BE49-F238E27FC236}">
                      <a16:creationId xmlns:a16="http://schemas.microsoft.com/office/drawing/2014/main" id="{24E136E3-8CAE-F8C4-C547-EA293CAB035E}"/>
                    </a:ext>
                  </a:extLst>
                </p:cNvPr>
                <p:cNvSpPr/>
                <p:nvPr/>
              </p:nvSpPr>
              <p:spPr>
                <a:xfrm>
                  <a:off x="1532155" y="6059308"/>
                  <a:ext cx="144000" cy="144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67" name="正方形/長方形 266">
                  <a:extLst>
                    <a:ext uri="{FF2B5EF4-FFF2-40B4-BE49-F238E27FC236}">
                      <a16:creationId xmlns:a16="http://schemas.microsoft.com/office/drawing/2014/main" id="{41338BB4-B10D-CB68-1EFB-EBCEA1DC4AF1}"/>
                    </a:ext>
                  </a:extLst>
                </p:cNvPr>
                <p:cNvSpPr/>
                <p:nvPr/>
              </p:nvSpPr>
              <p:spPr>
                <a:xfrm>
                  <a:off x="1827986" y="6059308"/>
                  <a:ext cx="144000" cy="14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cxnSp>
              <p:nvCxnSpPr>
                <p:cNvPr id="268" name="直線コネクタ 267">
                  <a:extLst>
                    <a:ext uri="{FF2B5EF4-FFF2-40B4-BE49-F238E27FC236}">
                      <a16:creationId xmlns:a16="http://schemas.microsoft.com/office/drawing/2014/main" id="{AE6F7162-A7EA-B2BD-5F83-3DBF7E2BCA77}"/>
                    </a:ext>
                  </a:extLst>
                </p:cNvPr>
                <p:cNvCxnSpPr>
                  <a:cxnSpLocks/>
                  <a:stCxn id="266" idx="0"/>
                  <a:endCxn id="234" idx="2"/>
                </p:cNvCxnSpPr>
                <p:nvPr/>
              </p:nvCxnSpPr>
              <p:spPr>
                <a:xfrm flipV="1">
                  <a:off x="1604155" y="5779881"/>
                  <a:ext cx="0" cy="279427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直線コネクタ 268">
                  <a:extLst>
                    <a:ext uri="{FF2B5EF4-FFF2-40B4-BE49-F238E27FC236}">
                      <a16:creationId xmlns:a16="http://schemas.microsoft.com/office/drawing/2014/main" id="{6FA46DF7-E442-7F6C-1981-2867D3193BED}"/>
                    </a:ext>
                  </a:extLst>
                </p:cNvPr>
                <p:cNvCxnSpPr>
                  <a:cxnSpLocks/>
                  <a:stCxn id="267" idx="0"/>
                  <a:endCxn id="233" idx="2"/>
                </p:cNvCxnSpPr>
                <p:nvPr/>
              </p:nvCxnSpPr>
              <p:spPr>
                <a:xfrm flipH="1" flipV="1">
                  <a:off x="1899471" y="5779882"/>
                  <a:ext cx="515" cy="279426"/>
                </a:xfrm>
                <a:prstGeom prst="line">
                  <a:avLst/>
                </a:prstGeom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0" name="正方形/長方形 199">
                  <a:extLst>
                    <a:ext uri="{FF2B5EF4-FFF2-40B4-BE49-F238E27FC236}">
                      <a16:creationId xmlns:a16="http://schemas.microsoft.com/office/drawing/2014/main" id="{A4EC0B22-0719-9462-F9D3-C8B4E1736FBE}"/>
                    </a:ext>
                  </a:extLst>
                </p:cNvPr>
                <p:cNvSpPr/>
                <p:nvPr/>
              </p:nvSpPr>
              <p:spPr>
                <a:xfrm>
                  <a:off x="1428042" y="5135275"/>
                  <a:ext cx="648000" cy="710095"/>
                </a:xfrm>
                <a:prstGeom prst="rect">
                  <a:avLst/>
                </a:prstGeom>
                <a:solidFill>
                  <a:srgbClr val="FFFFFF">
                    <a:alpha val="80000"/>
                  </a:srgb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t"/>
                <a:lstStyle/>
                <a:p>
                  <a:pPr algn="ctr"/>
                  <a:r>
                    <a:rPr kumimoji="1" lang="en-US" altLang="ja-JP" sz="1200">
                      <a:solidFill>
                        <a:schemeClr val="tx1"/>
                      </a:solidFill>
                    </a:rPr>
                    <a:t>CS</a:t>
                  </a:r>
                  <a:endParaRPr kumimoji="1" lang="ja-JP" altLang="en-US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3" name="正方形/長方形 232">
                  <a:extLst>
                    <a:ext uri="{FF2B5EF4-FFF2-40B4-BE49-F238E27FC236}">
                      <a16:creationId xmlns:a16="http://schemas.microsoft.com/office/drawing/2014/main" id="{86C40D88-E70D-0123-AF3D-15B1C63356DE}"/>
                    </a:ext>
                  </a:extLst>
                </p:cNvPr>
                <p:cNvSpPr/>
                <p:nvPr/>
              </p:nvSpPr>
              <p:spPr>
                <a:xfrm>
                  <a:off x="1791471" y="5587565"/>
                  <a:ext cx="216000" cy="192317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  <p:sp>
              <p:nvSpPr>
                <p:cNvPr id="234" name="正方形/長方形 233">
                  <a:extLst>
                    <a:ext uri="{FF2B5EF4-FFF2-40B4-BE49-F238E27FC236}">
                      <a16:creationId xmlns:a16="http://schemas.microsoft.com/office/drawing/2014/main" id="{79851C68-6F49-6718-3157-7B1B06A79B6A}"/>
                    </a:ext>
                  </a:extLst>
                </p:cNvPr>
                <p:cNvSpPr/>
                <p:nvPr/>
              </p:nvSpPr>
              <p:spPr>
                <a:xfrm>
                  <a:off x="1496155" y="5623560"/>
                  <a:ext cx="216000" cy="156321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/>
                </a:p>
              </p:txBody>
            </p:sp>
          </p:grpSp>
        </p:grp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79E0805-9CB3-7ACF-FB40-8D7C14677CE2}"/>
                </a:ext>
              </a:extLst>
            </p:cNvPr>
            <p:cNvSpPr/>
            <p:nvPr/>
          </p:nvSpPr>
          <p:spPr>
            <a:xfrm>
              <a:off x="687301" y="3075916"/>
              <a:ext cx="360000" cy="30978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B2DEA10-AF1A-1CE8-8AA1-83A2A00B8526}"/>
              </a:ext>
            </a:extLst>
          </p:cNvPr>
          <p:cNvSpPr txBox="1"/>
          <p:nvPr/>
        </p:nvSpPr>
        <p:spPr>
          <a:xfrm>
            <a:off x="564581" y="2221209"/>
            <a:ext cx="23672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solidFill>
                  <a:schemeClr val="bg1"/>
                </a:solidFill>
              </a:rPr>
              <a:t>*) In case of FOTA introduced</a:t>
            </a:r>
            <a:endParaRPr kumimoji="1" lang="ja-JP" altLang="en-US" sz="1050" b="1" dirty="0">
              <a:solidFill>
                <a:schemeClr val="bg1"/>
              </a:solidFill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05A59FC-879E-5973-520A-570254A25513}"/>
              </a:ext>
            </a:extLst>
          </p:cNvPr>
          <p:cNvGrpSpPr/>
          <p:nvPr/>
        </p:nvGrpSpPr>
        <p:grpSpPr>
          <a:xfrm>
            <a:off x="6269899" y="2115727"/>
            <a:ext cx="2891102" cy="307777"/>
            <a:chOff x="3791315" y="1800457"/>
            <a:chExt cx="7714812" cy="307777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103A4859-13EC-59C5-FA52-3799C29EF116}"/>
                </a:ext>
              </a:extLst>
            </p:cNvPr>
            <p:cNvSpPr txBox="1"/>
            <p:nvPr/>
          </p:nvSpPr>
          <p:spPr>
            <a:xfrm>
              <a:off x="3791315" y="1800457"/>
              <a:ext cx="7714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1"/>
                  </a:solidFill>
                  <a:cs typeface="Segoe UI Semibold" panose="020B0702040204020203" pitchFamily="34" charset="0"/>
                </a:rPr>
                <a:t>VC integrated type</a:t>
              </a: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D00A4856-AACF-B86C-783A-9BF967F00B43}"/>
                </a:ext>
              </a:extLst>
            </p:cNvPr>
            <p:cNvCxnSpPr/>
            <p:nvPr/>
          </p:nvCxnSpPr>
          <p:spPr>
            <a:xfrm>
              <a:off x="3791316" y="2108234"/>
              <a:ext cx="7714811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2F65AEB-D3AB-E228-3DDF-BB39D054B2F9}"/>
              </a:ext>
            </a:extLst>
          </p:cNvPr>
          <p:cNvSpPr/>
          <p:nvPr/>
        </p:nvSpPr>
        <p:spPr>
          <a:xfrm>
            <a:off x="564581" y="2475616"/>
            <a:ext cx="4943537" cy="1015655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EB658D-D673-557C-C9F1-4F54C899A7D3}"/>
              </a:ext>
            </a:extLst>
          </p:cNvPr>
          <p:cNvSpPr txBox="1"/>
          <p:nvPr/>
        </p:nvSpPr>
        <p:spPr>
          <a:xfrm>
            <a:off x="3370889" y="2796338"/>
            <a:ext cx="536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endParaRPr kumimoji="1" lang="ja-JP" altLang="en-US" sz="1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6DC4ACE-F245-CA1C-8AEE-1D7F612E2637}"/>
              </a:ext>
            </a:extLst>
          </p:cNvPr>
          <p:cNvSpPr txBox="1"/>
          <p:nvPr/>
        </p:nvSpPr>
        <p:spPr>
          <a:xfrm>
            <a:off x="406475" y="6300405"/>
            <a:ext cx="103999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b="1"/>
              <a:t>VCU</a:t>
            </a:r>
            <a:r>
              <a:rPr kumimoji="1" lang="en-US" altLang="ja-JP" sz="800"/>
              <a:t>: Vehicle Control Unit (incl. DCU), </a:t>
            </a:r>
            <a:r>
              <a:rPr kumimoji="1" lang="en-US" altLang="ja-JP" sz="800" b="1"/>
              <a:t>PT</a:t>
            </a:r>
            <a:r>
              <a:rPr kumimoji="1" lang="en-US" altLang="ja-JP" sz="800"/>
              <a:t>: Powertrain (xEV), </a:t>
            </a:r>
            <a:r>
              <a:rPr kumimoji="1" lang="en-US" altLang="ja-JP" sz="800" b="1"/>
              <a:t>CS</a:t>
            </a:r>
            <a:r>
              <a:rPr kumimoji="1" lang="en-US" altLang="ja-JP" sz="800"/>
              <a:t>: Chassis and Safety, </a:t>
            </a:r>
            <a:r>
              <a:rPr kumimoji="1" lang="en-US" altLang="ja-JP" sz="800" b="1"/>
              <a:t>BD</a:t>
            </a:r>
            <a:r>
              <a:rPr kumimoji="1" lang="en-US" altLang="ja-JP" sz="800"/>
              <a:t>: Body (BCM), </a:t>
            </a:r>
            <a:r>
              <a:rPr kumimoji="1" lang="en-US" altLang="ja-JP" sz="800" b="1"/>
              <a:t>ADC</a:t>
            </a:r>
            <a:r>
              <a:rPr kumimoji="1" lang="en-US" altLang="ja-JP" sz="800"/>
              <a:t>: ADAS Domain Controller, </a:t>
            </a:r>
            <a:r>
              <a:rPr kumimoji="1" lang="en-US" altLang="ja-JP" sz="800" b="1"/>
              <a:t>CDC</a:t>
            </a:r>
            <a:r>
              <a:rPr kumimoji="1" lang="en-US" altLang="ja-JP" sz="800"/>
              <a:t>: Cockpit Domain Controller, </a:t>
            </a:r>
            <a:r>
              <a:rPr kumimoji="1" lang="en-US" altLang="ja-JP" sz="800" b="1"/>
              <a:t>HPC</a:t>
            </a:r>
            <a:r>
              <a:rPr kumimoji="1" lang="en-US" altLang="ja-JP" sz="800"/>
              <a:t>: High Performance Compute</a:t>
            </a:r>
            <a:endParaRPr kumimoji="1" lang="ja-JP" alt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FEA6E-ADB9-0303-33EA-522485744EFD}"/>
              </a:ext>
            </a:extLst>
          </p:cNvPr>
          <p:cNvGrpSpPr/>
          <p:nvPr/>
        </p:nvGrpSpPr>
        <p:grpSpPr>
          <a:xfrm>
            <a:off x="6453195" y="3516707"/>
            <a:ext cx="2777557" cy="1606721"/>
            <a:chOff x="6453195" y="3516707"/>
            <a:chExt cx="2777557" cy="160672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9EB6D7-F786-141F-031B-1A3A35088F6A}"/>
                </a:ext>
              </a:extLst>
            </p:cNvPr>
            <p:cNvSpPr/>
            <p:nvPr/>
          </p:nvSpPr>
          <p:spPr>
            <a:xfrm>
              <a:off x="6453195" y="3516707"/>
              <a:ext cx="2774436" cy="319742"/>
            </a:xfrm>
            <a:prstGeom prst="rect">
              <a:avLst/>
            </a:prstGeom>
            <a:ln/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/>
                <a:t>A: Increase of data routing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D6D597A-CB2C-877B-5268-F285FC078860}"/>
                </a:ext>
              </a:extLst>
            </p:cNvPr>
            <p:cNvSpPr/>
            <p:nvPr/>
          </p:nvSpPr>
          <p:spPr>
            <a:xfrm>
              <a:off x="6456316" y="4803686"/>
              <a:ext cx="2774436" cy="319742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/>
                <a:t>Routing Accelerator</a:t>
              </a: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4A68AD1D-5A2B-3FDE-5A70-F02791262C34}"/>
                </a:ext>
              </a:extLst>
            </p:cNvPr>
            <p:cNvSpPr/>
            <p:nvPr/>
          </p:nvSpPr>
          <p:spPr>
            <a:xfrm>
              <a:off x="7101604" y="3993909"/>
              <a:ext cx="1356702" cy="541041"/>
            </a:xfrm>
            <a:prstGeom prst="down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C5CE5E6-10CF-1C05-45CA-E845AD89B17F}"/>
              </a:ext>
            </a:extLst>
          </p:cNvPr>
          <p:cNvGrpSpPr/>
          <p:nvPr/>
        </p:nvGrpSpPr>
        <p:grpSpPr>
          <a:xfrm>
            <a:off x="9114597" y="3014220"/>
            <a:ext cx="2774436" cy="2974603"/>
            <a:chOff x="9114597" y="3014220"/>
            <a:chExt cx="2774436" cy="297460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55F75AB-BB63-B764-4616-7CFF20982867}"/>
                </a:ext>
              </a:extLst>
            </p:cNvPr>
            <p:cNvGrpSpPr/>
            <p:nvPr/>
          </p:nvGrpSpPr>
          <p:grpSpPr>
            <a:xfrm>
              <a:off x="9599108" y="3014220"/>
              <a:ext cx="1907018" cy="2506787"/>
              <a:chOff x="9599108" y="3014220"/>
              <a:chExt cx="1907018" cy="250678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CA24BCE-8981-1E21-CB66-47680BD07B7E}"/>
                  </a:ext>
                </a:extLst>
              </p:cNvPr>
              <p:cNvGrpSpPr/>
              <p:nvPr/>
            </p:nvGrpSpPr>
            <p:grpSpPr>
              <a:xfrm>
                <a:off x="9599108" y="3014220"/>
                <a:ext cx="1907018" cy="1688143"/>
                <a:chOff x="9599108" y="3014220"/>
                <a:chExt cx="1907018" cy="1688143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23C4F06-2E9B-BA9B-3D03-B6400EDA7D54}"/>
                    </a:ext>
                  </a:extLst>
                </p:cNvPr>
                <p:cNvSpPr/>
                <p:nvPr/>
              </p:nvSpPr>
              <p:spPr>
                <a:xfrm>
                  <a:off x="9599108" y="4382621"/>
                  <a:ext cx="1907018" cy="319742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B: IO Server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F780C1C-4B0C-2E3C-42A0-47D9E7C14E99}"/>
                    </a:ext>
                  </a:extLst>
                </p:cNvPr>
                <p:cNvSpPr/>
                <p:nvPr/>
              </p:nvSpPr>
              <p:spPr>
                <a:xfrm>
                  <a:off x="9840416" y="3014220"/>
                  <a:ext cx="1377703" cy="319742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dirty="0"/>
                    <a:t>B: IO Control</a:t>
                  </a:r>
                </a:p>
              </p:txBody>
            </p:sp>
          </p:grpSp>
          <p:sp>
            <p:nvSpPr>
              <p:cNvPr id="23" name="Arrow: Down 22">
                <a:extLst>
                  <a:ext uri="{FF2B5EF4-FFF2-40B4-BE49-F238E27FC236}">
                    <a16:creationId xmlns:a16="http://schemas.microsoft.com/office/drawing/2014/main" id="{5BA4CCB7-F0C6-21CF-B3C3-8803B7231C8E}"/>
                  </a:ext>
                </a:extLst>
              </p:cNvPr>
              <p:cNvSpPr/>
              <p:nvPr/>
            </p:nvSpPr>
            <p:spPr>
              <a:xfrm>
                <a:off x="9840416" y="4979966"/>
                <a:ext cx="1356702" cy="541041"/>
              </a:xfrm>
              <a:prstGeom prst="down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8B8D8F-8101-685D-40B9-777D9FA33E43}"/>
                </a:ext>
              </a:extLst>
            </p:cNvPr>
            <p:cNvSpPr/>
            <p:nvPr/>
          </p:nvSpPr>
          <p:spPr>
            <a:xfrm>
              <a:off x="9114597" y="5669081"/>
              <a:ext cx="2774436" cy="319742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/>
                <a:t>Remote Control Protocol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3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2EFD5-6CA1-05B6-25F5-7638DCB48C50}"/>
              </a:ext>
            </a:extLst>
          </p:cNvPr>
          <p:cNvSpPr/>
          <p:nvPr/>
        </p:nvSpPr>
        <p:spPr>
          <a:xfrm>
            <a:off x="475563" y="1268760"/>
            <a:ext cx="5374249" cy="360007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5F7E9-B5E1-C9BA-467D-BAF4272A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vs Remote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CFA49-0202-1258-96DF-86B203055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77" y="4941168"/>
            <a:ext cx="5226420" cy="1154675"/>
          </a:xfrm>
        </p:spPr>
        <p:txBody>
          <a:bodyPr/>
          <a:lstStyle/>
          <a:p>
            <a:r>
              <a:rPr lang="en-US" dirty="0"/>
              <a:t>The routing acceleration covers product’s network interfaces and accelerate communication between them. It provides forwarding and protocol conversions processing.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5E286-5E71-BAEB-D20F-8A1B84DF3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91" y="1268760"/>
            <a:ext cx="5374249" cy="36000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34E0DFC-FEFE-6114-DFB6-4808280EA237}"/>
              </a:ext>
            </a:extLst>
          </p:cNvPr>
          <p:cNvGrpSpPr/>
          <p:nvPr/>
        </p:nvGrpSpPr>
        <p:grpSpPr>
          <a:xfrm>
            <a:off x="6071979" y="1268759"/>
            <a:ext cx="5928677" cy="3600075"/>
            <a:chOff x="3237892" y="2681555"/>
            <a:chExt cx="7806827" cy="357921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B8D8DC-ADCC-9E4F-E617-49BEF888F490}"/>
                </a:ext>
              </a:extLst>
            </p:cNvPr>
            <p:cNvSpPr/>
            <p:nvPr/>
          </p:nvSpPr>
          <p:spPr>
            <a:xfrm>
              <a:off x="7826911" y="5481263"/>
              <a:ext cx="2939821" cy="7795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49FA10E-176B-6430-9562-464822FC7C0F}"/>
                </a:ext>
              </a:extLst>
            </p:cNvPr>
            <p:cNvGrpSpPr/>
            <p:nvPr/>
          </p:nvGrpSpPr>
          <p:grpSpPr>
            <a:xfrm>
              <a:off x="6293508" y="2691832"/>
              <a:ext cx="4751211" cy="2650733"/>
              <a:chOff x="6334604" y="3226086"/>
              <a:chExt cx="4751211" cy="2650733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28D0E42-4E99-BD84-29C2-0D440C9B57B3}"/>
                  </a:ext>
                </a:extLst>
              </p:cNvPr>
              <p:cNvSpPr/>
              <p:nvPr/>
            </p:nvSpPr>
            <p:spPr>
              <a:xfrm>
                <a:off x="6334604" y="3226086"/>
                <a:ext cx="4751211" cy="26507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Edge Device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42866CF-B87F-8007-68E0-20DFCD8D7B82}"/>
                  </a:ext>
                </a:extLst>
              </p:cNvPr>
              <p:cNvSpPr/>
              <p:nvPr/>
            </p:nvSpPr>
            <p:spPr>
              <a:xfrm>
                <a:off x="6590515" y="3698697"/>
                <a:ext cx="4217312" cy="203428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/>
                  <a:t>RCP Server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961AA3E-004E-3CB4-88C2-2308FC8F4FB7}"/>
                  </a:ext>
                </a:extLst>
              </p:cNvPr>
              <p:cNvSpPr/>
              <p:nvPr/>
            </p:nvSpPr>
            <p:spPr>
              <a:xfrm>
                <a:off x="6807985" y="4193103"/>
                <a:ext cx="3743932" cy="599947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RCP Core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51F5416-B1F9-6E55-363A-EC1820789566}"/>
                  </a:ext>
                </a:extLst>
              </p:cNvPr>
              <p:cNvSpPr/>
              <p:nvPr/>
            </p:nvSpPr>
            <p:spPr>
              <a:xfrm>
                <a:off x="6807985" y="5024298"/>
                <a:ext cx="1911348" cy="52631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Eth Interface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DE4F499-9BB1-E0CD-A1C4-5CE62D391A60}"/>
                  </a:ext>
                </a:extLst>
              </p:cNvPr>
              <p:cNvSpPr/>
              <p:nvPr/>
            </p:nvSpPr>
            <p:spPr>
              <a:xfrm>
                <a:off x="8936803" y="5030837"/>
                <a:ext cx="710631" cy="52631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SPI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7C407EE-823C-B2B9-509D-E4DC8EFC7DCA}"/>
                  </a:ext>
                </a:extLst>
              </p:cNvPr>
              <p:cNvSpPr/>
              <p:nvPr/>
            </p:nvSpPr>
            <p:spPr>
              <a:xfrm>
                <a:off x="9841286" y="5024298"/>
                <a:ext cx="710631" cy="52631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bg1"/>
                    </a:solidFill>
                  </a:rPr>
                  <a:t>I2C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55149AAB-40C1-337F-806A-732142A431E5}"/>
                  </a:ext>
                </a:extLst>
              </p:cNvPr>
              <p:cNvCxnSpPr/>
              <p:nvPr/>
            </p:nvCxnSpPr>
            <p:spPr>
              <a:xfrm>
                <a:off x="10366625" y="4793050"/>
                <a:ext cx="0" cy="237787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0FC9E57-D29B-34FF-76AE-9054E680F4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31104" y="4793050"/>
                <a:ext cx="1" cy="231248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0A45BAF-F810-9DC0-FDC0-3ABA00BB3FF4}"/>
                  </a:ext>
                </a:extLst>
              </p:cNvPr>
              <p:cNvCxnSpPr/>
              <p:nvPr/>
            </p:nvCxnSpPr>
            <p:spPr>
              <a:xfrm>
                <a:off x="9461324" y="4793050"/>
                <a:ext cx="0" cy="237787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29583702-2728-E614-F47A-C077F80737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25803" y="4793050"/>
                <a:ext cx="1" cy="231248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E280EE8-B905-E9DB-BE30-85928C46D752}"/>
                  </a:ext>
                </a:extLst>
              </p:cNvPr>
              <p:cNvCxnSpPr/>
              <p:nvPr/>
            </p:nvCxnSpPr>
            <p:spPr>
              <a:xfrm>
                <a:off x="7899242" y="4799589"/>
                <a:ext cx="0" cy="237787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6786A3E-4178-36C4-38AD-6992C6FC3D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63721" y="4799589"/>
                <a:ext cx="1" cy="231248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ECD2CE4-97F8-CA58-8C9D-A77504D2DE94}"/>
                </a:ext>
              </a:extLst>
            </p:cNvPr>
            <p:cNvGrpSpPr/>
            <p:nvPr/>
          </p:nvGrpSpPr>
          <p:grpSpPr>
            <a:xfrm>
              <a:off x="3237892" y="2681555"/>
              <a:ext cx="2858108" cy="3256909"/>
              <a:chOff x="1384173" y="2650732"/>
              <a:chExt cx="2858108" cy="32569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74F583D-C827-D1EC-E8BD-C15C0ECA8DF9}"/>
                  </a:ext>
                </a:extLst>
              </p:cNvPr>
              <p:cNvSpPr/>
              <p:nvPr/>
            </p:nvSpPr>
            <p:spPr>
              <a:xfrm>
                <a:off x="1384173" y="2650732"/>
                <a:ext cx="2858108" cy="32569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MCU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0053895-4201-23E3-B2D9-B28A606FBF49}"/>
                  </a:ext>
                </a:extLst>
              </p:cNvPr>
              <p:cNvSpPr/>
              <p:nvPr/>
            </p:nvSpPr>
            <p:spPr>
              <a:xfrm>
                <a:off x="1640083" y="3097657"/>
                <a:ext cx="2346288" cy="426534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dirty="0"/>
                  <a:t>Application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92A08B-F4B8-1A97-8F60-1645F857925C}"/>
                  </a:ext>
                </a:extLst>
              </p:cNvPr>
              <p:cNvSpPr/>
              <p:nvPr/>
            </p:nvSpPr>
            <p:spPr>
              <a:xfrm>
                <a:off x="1640083" y="3698697"/>
                <a:ext cx="2346289" cy="203428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/>
                  <a:t>RCP Client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C78E7F-5613-BD91-24CE-6049605A96C6}"/>
                  </a:ext>
                </a:extLst>
              </p:cNvPr>
              <p:cNvSpPr/>
              <p:nvPr/>
            </p:nvSpPr>
            <p:spPr>
              <a:xfrm>
                <a:off x="1857553" y="4193103"/>
                <a:ext cx="1911348" cy="599947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Sensor HAL (API)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911E170-B369-F349-4365-F8B76D63F5B9}"/>
                  </a:ext>
                </a:extLst>
              </p:cNvPr>
              <p:cNvSpPr/>
              <p:nvPr/>
            </p:nvSpPr>
            <p:spPr>
              <a:xfrm>
                <a:off x="1857553" y="5024298"/>
                <a:ext cx="1911348" cy="526316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Eth Interface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9DA62B4-EE7E-9C9E-F5F4-68DC3978BD56}"/>
                  </a:ext>
                </a:extLst>
              </p:cNvPr>
              <p:cNvCxnSpPr/>
              <p:nvPr/>
            </p:nvCxnSpPr>
            <p:spPr>
              <a:xfrm>
                <a:off x="2919902" y="4806128"/>
                <a:ext cx="0" cy="237787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3B71615-728D-3D6D-AE5C-B5DA62FFAA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84381" y="4806128"/>
                <a:ext cx="1" cy="231248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EC6A2BFD-DCD2-64F2-69B6-AFEAFA991A43}"/>
                </a:ext>
              </a:extLst>
            </p:cNvPr>
            <p:cNvCxnSpPr>
              <a:stCxn id="21" idx="2"/>
              <a:endCxn id="27" idx="2"/>
            </p:cNvCxnSpPr>
            <p:nvPr/>
          </p:nvCxnSpPr>
          <p:spPr>
            <a:xfrm rot="5400000" flipH="1" flipV="1">
              <a:off x="5912215" y="3771090"/>
              <a:ext cx="565077" cy="3055617"/>
            </a:xfrm>
            <a:prstGeom prst="bentConnector3">
              <a:avLst>
                <a:gd name="adj1" fmla="val -102428"/>
              </a:avLst>
            </a:prstGeom>
            <a:ln w="57150">
              <a:solidFill>
                <a:srgbClr val="00B0F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438D0D-1F87-F643-2082-AD9168404999}"/>
                </a:ext>
              </a:extLst>
            </p:cNvPr>
            <p:cNvSpPr/>
            <p:nvPr/>
          </p:nvSpPr>
          <p:spPr>
            <a:xfrm>
              <a:off x="8895707" y="5581437"/>
              <a:ext cx="710631" cy="56507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61588B-4029-3D96-6D76-213EDF9FF288}"/>
                </a:ext>
              </a:extLst>
            </p:cNvPr>
            <p:cNvSpPr txBox="1"/>
            <p:nvPr/>
          </p:nvSpPr>
          <p:spPr>
            <a:xfrm>
              <a:off x="7879250" y="5520940"/>
              <a:ext cx="1268497" cy="520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External Entities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BB5122-7E0F-57D7-8C4F-AC4EE780FB93}"/>
                </a:ext>
              </a:extLst>
            </p:cNvPr>
            <p:cNvSpPr/>
            <p:nvPr/>
          </p:nvSpPr>
          <p:spPr>
            <a:xfrm>
              <a:off x="9800189" y="5581107"/>
              <a:ext cx="710631" cy="56507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0C3F2C2D-C01B-051A-93E4-E31D7A202F21}"/>
                </a:ext>
              </a:extLst>
            </p:cNvPr>
            <p:cNvCxnSpPr>
              <a:cxnSpLocks/>
              <a:stCxn id="12" idx="0"/>
              <a:endCxn id="28" idx="2"/>
            </p:cNvCxnSpPr>
            <p:nvPr/>
          </p:nvCxnSpPr>
          <p:spPr>
            <a:xfrm rot="5400000" flipH="1" flipV="1">
              <a:off x="8971754" y="5302168"/>
              <a:ext cx="558538" cy="12700"/>
            </a:xfrm>
            <a:prstGeom prst="bentConnector3">
              <a:avLst>
                <a:gd name="adj1" fmla="val 50000"/>
              </a:avLst>
            </a:prstGeom>
            <a:ln w="57150">
              <a:solidFill>
                <a:srgbClr val="00B0F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EE27C58F-5F5C-AB3C-2C5D-B3199041A545}"/>
                </a:ext>
              </a:extLst>
            </p:cNvPr>
            <p:cNvCxnSpPr>
              <a:cxnSpLocks/>
              <a:stCxn id="14" idx="0"/>
              <a:endCxn id="29" idx="2"/>
            </p:cNvCxnSpPr>
            <p:nvPr/>
          </p:nvCxnSpPr>
          <p:spPr>
            <a:xfrm rot="5400000" flipH="1" flipV="1">
              <a:off x="9873132" y="5298734"/>
              <a:ext cx="564747" cy="1"/>
            </a:xfrm>
            <a:prstGeom prst="bentConnector3">
              <a:avLst>
                <a:gd name="adj1" fmla="val 50000"/>
              </a:avLst>
            </a:prstGeom>
            <a:ln w="57150">
              <a:solidFill>
                <a:srgbClr val="00B0F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1720AE-2EB4-6570-07D2-79D7B828F7E0}"/>
              </a:ext>
            </a:extLst>
          </p:cNvPr>
          <p:cNvCxnSpPr>
            <a:cxnSpLocks/>
          </p:cNvCxnSpPr>
          <p:nvPr/>
        </p:nvCxnSpPr>
        <p:spPr>
          <a:xfrm flipH="1">
            <a:off x="5951984" y="908720"/>
            <a:ext cx="5657" cy="518712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DAA1A8F6-D3BD-5CD5-6561-CA5AF3947EA3}"/>
              </a:ext>
            </a:extLst>
          </p:cNvPr>
          <p:cNvSpPr txBox="1">
            <a:spLocks/>
          </p:cNvSpPr>
          <p:nvPr/>
        </p:nvSpPr>
        <p:spPr>
          <a:xfrm>
            <a:off x="6169055" y="4948775"/>
            <a:ext cx="5831601" cy="8592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RCP Clients communicate with Endpoints through RCP Servers using the Remote Control Protocol and also interact with external Entities connected to the Endpoints.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346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C2D4-EEBC-FC83-44C3-386571CE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Accelerator vs RCP device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EEC950-EEE3-2F3F-CF33-6CB6776AC5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756450"/>
              </p:ext>
            </p:extLst>
          </p:nvPr>
        </p:nvGraphicFramePr>
        <p:xfrm>
          <a:off x="468313" y="1425575"/>
          <a:ext cx="11244261" cy="486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391">
                  <a:extLst>
                    <a:ext uri="{9D8B030D-6E8A-4147-A177-3AD203B41FA5}">
                      <a16:colId xmlns:a16="http://schemas.microsoft.com/office/drawing/2014/main" val="1588378091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767971886"/>
                    </a:ext>
                  </a:extLst>
                </a:gridCol>
                <a:gridCol w="4032398">
                  <a:extLst>
                    <a:ext uri="{9D8B030D-6E8A-4147-A177-3AD203B41FA5}">
                      <a16:colId xmlns:a16="http://schemas.microsoft.com/office/drawing/2014/main" val="3208020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Routing Accelerator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Remote Control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712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Standard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No; proprietary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Yes; OPEN Alliance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921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Automated packaging (Un-) of data between CAN and Ethernet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Clint Server communication protocol, basically to control edge devices from the central compute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79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IP (Soft 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 (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 MCU)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181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Ethernet and 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 of </a:t>
                      </a:r>
                      <a:r>
                        <a:rPr lang="en-US" dirty="0" err="1"/>
                        <a:t>I2C</a:t>
                      </a:r>
                      <a:r>
                        <a:rPr lang="en-US" dirty="0"/>
                        <a:t>, SPI, ADC, </a:t>
                      </a:r>
                      <a:r>
                        <a:rPr lang="en-US" dirty="0" err="1"/>
                        <a:t>PWM</a:t>
                      </a:r>
                      <a:r>
                        <a:rPr lang="en-US" dirty="0"/>
                        <a:t> </a:t>
                      </a:r>
                      <a:r>
                        <a:rPr lang="en-US"/>
                        <a:t>etc. via </a:t>
                      </a:r>
                      <a:r>
                        <a:rPr lang="en-US" dirty="0"/>
                        <a:t>Eth. frames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354044"/>
                  </a:ext>
                </a:extLst>
              </a:tr>
              <a:tr h="402833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Zone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RC Clint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HPC</a:t>
                      </a:r>
                      <a:br>
                        <a:rPr lang="en-US" dirty="0">
                          <a:sym typeface="Wingdings" panose="05000000000000000000" pitchFamily="2" charset="2"/>
                        </a:rPr>
                      </a:br>
                      <a:r>
                        <a:rPr lang="en-US" dirty="0">
                          <a:sym typeface="Wingdings" panose="05000000000000000000" pitchFamily="2" charset="2"/>
                        </a:rPr>
                        <a:t>RC Server Edge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632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covered; </a:t>
                      </a:r>
                      <a:r>
                        <a:rPr lang="en-US" dirty="0" err="1"/>
                        <a:t>E2E</a:t>
                      </a:r>
                      <a:r>
                        <a:rPr lang="en-US" dirty="0"/>
                        <a:t> protection if needed is not terminated by the RA, it is transparent routed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Covered; Edge </a:t>
                      </a:r>
                      <a:r>
                        <a:rPr lang="en-US"/>
                        <a:t>node can add </a:t>
                      </a:r>
                      <a:r>
                        <a:rPr lang="en-US" dirty="0" err="1"/>
                        <a:t>E2E</a:t>
                      </a:r>
                      <a:r>
                        <a:rPr lang="en-US" dirty="0"/>
                        <a:t> protection to the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31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MACsec, SecOC (TBD)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MACsec can be addon to the Ethernet communication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3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89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1F63524-B320-6219-9670-5C59D1044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D737A5-6BDA-4496-BFA2-48EC8B9E9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0000" y="1412776"/>
            <a:ext cx="5280000" cy="300339"/>
          </a:xfrm>
        </p:spPr>
        <p:txBody>
          <a:bodyPr/>
          <a:lstStyle/>
          <a:p>
            <a:r>
              <a:rPr lang="en-US" altLang="ja-JP" dirty="0"/>
              <a:t>Renesas.com</a:t>
            </a:r>
            <a:endParaRPr lang="ja-JP" altLang="en-US" dirty="0"/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98DDE40-91D4-D2B5-1EC9-053043796A98}"/>
              </a:ext>
            </a:extLst>
          </p:cNvPr>
          <p:cNvCxnSpPr/>
          <p:nvPr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7">
            <a:extLst>
              <a:ext uri="{FF2B5EF4-FFF2-40B4-BE49-F238E27FC236}">
                <a16:creationId xmlns:a16="http://schemas.microsoft.com/office/drawing/2014/main" id="{F5877BFB-C4AA-02F7-7DE9-DF90F1281A69}"/>
              </a:ext>
            </a:extLst>
          </p:cNvPr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E049AF4D-CFC5-64E4-715B-847E19DCA0F2}"/>
              </a:ext>
            </a:extLst>
          </p:cNvPr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図 8">
            <a:extLst>
              <a:ext uri="{FF2B5EF4-FFF2-40B4-BE49-F238E27FC236}">
                <a16:creationId xmlns:a16="http://schemas.microsoft.com/office/drawing/2014/main" id="{F21D5679-2F08-BF4E-92D0-40C05EE23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4645" y="6451218"/>
            <a:ext cx="1766955" cy="278993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41667184-9AEC-BA10-2470-44EAF2F3866B}"/>
              </a:ext>
            </a:extLst>
          </p:cNvPr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Arial Narrow" panose="020B0606020202030204" pitchFamily="34" charset="0"/>
                <a:ea typeface="+mn-ea"/>
                <a:cs typeface="+mn-cs"/>
              </a:rPr>
              <a:t>RENESAS CONFIDENTIAL</a:t>
            </a:r>
            <a:endParaRPr lang="en-US" sz="105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739564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2">
  <a:themeElements>
    <a:clrScheme name="Benutzerdefiniert 1">
      <a:dk1>
        <a:srgbClr val="3C3C3B"/>
      </a:dk1>
      <a:lt1>
        <a:srgbClr val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6" id="{EC2E5F35-475F-4C13-BD8E-AEC7491EBB8E}" vid="{EA4D1990-D1FA-4DAF-ABE8-1476712E9A7F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367147-327e-44d0-b745-05eaafd19c96">
      <Terms xmlns="http://schemas.microsoft.com/office/infopath/2007/PartnerControls"/>
    </lcf76f155ced4ddcb4097134ff3c332f>
    <TaxCatchAll xmlns="2cef14b4-d6be-4432-8dab-28baa8972e3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9E7DB8B5DDE74BBA6160C7CD44C34E" ma:contentTypeVersion="15" ma:contentTypeDescription="Create a new document." ma:contentTypeScope="" ma:versionID="5acc0260d54b7746f79ff3b12a304ac0">
  <xsd:schema xmlns:xsd="http://www.w3.org/2001/XMLSchema" xmlns:xs="http://www.w3.org/2001/XMLSchema" xmlns:p="http://schemas.microsoft.com/office/2006/metadata/properties" xmlns:ns2="5e367147-327e-44d0-b745-05eaafd19c96" xmlns:ns3="2cef14b4-d6be-4432-8dab-28baa8972e33" targetNamespace="http://schemas.microsoft.com/office/2006/metadata/properties" ma:root="true" ma:fieldsID="f95792a77993b96ec11ebdaf07762072" ns2:_="" ns3:_="">
    <xsd:import namespace="5e367147-327e-44d0-b745-05eaafd19c96"/>
    <xsd:import namespace="2cef14b4-d6be-4432-8dab-28baa8972e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67147-327e-44d0-b745-05eaafd19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631f0850-98f7-4372-8aa8-4aaf7edce8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f14b4-d6be-4432-8dab-28baa8972e3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7d77463-6410-4a73-abd0-5465e635ec9a}" ma:internalName="TaxCatchAll" ma:showField="CatchAllData" ma:web="2cef14b4-d6be-4432-8dab-28baa8972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71853E-0EF3-4973-AB23-17AA5798BB66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5e367147-327e-44d0-b745-05eaafd19c96"/>
    <ds:schemaRef ds:uri="http://schemas.microsoft.com/office/infopath/2007/PartnerControls"/>
    <ds:schemaRef ds:uri="http://schemas.openxmlformats.org/package/2006/metadata/core-properties"/>
    <ds:schemaRef ds:uri="2cef14b4-d6be-4432-8dab-28baa8972e3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D2B0AD7-5E57-4B07-997E-7923213C8DC2}"/>
</file>

<file path=customXml/itemProps3.xml><?xml version="1.0" encoding="utf-8"?>
<ds:datastoreItem xmlns:ds="http://schemas.openxmlformats.org/officeDocument/2006/customXml" ds:itemID="{2F3BE601-7F02-4240-9AF6-86A6A55D9A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d_EN_conf_2025_Renesas_PPT_Dark_temp</Template>
  <TotalTime>0</TotalTime>
  <Words>626</Words>
  <Application>Microsoft Office PowerPoint</Application>
  <PresentationFormat>Widescreen</PresentationFormat>
  <Paragraphs>152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メイリオ</vt:lpstr>
      <vt:lpstr>Arial</vt:lpstr>
      <vt:lpstr>Arial Narrow</vt:lpstr>
      <vt:lpstr>Calibri</vt:lpstr>
      <vt:lpstr>Segoe UI Semibold</vt:lpstr>
      <vt:lpstr>Symbol</vt:lpstr>
      <vt:lpstr>Wingdings</vt:lpstr>
      <vt:lpstr>Design2</vt:lpstr>
      <vt:lpstr>PowerPoint Presentation</vt:lpstr>
      <vt:lpstr>Architecture Trend</vt:lpstr>
      <vt:lpstr>Architecture type – tendency</vt:lpstr>
      <vt:lpstr>Routing vs Remote</vt:lpstr>
      <vt:lpstr>Routing Accelerator vs RCP device </vt:lpstr>
      <vt:lpstr>PowerPoint Presentation</vt:lpstr>
    </vt:vector>
  </TitlesOfParts>
  <Company>Renesas Electronics America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Belitz</dc:creator>
  <cp:lastModifiedBy>Tobias Belitz</cp:lastModifiedBy>
  <cp:revision>3</cp:revision>
  <dcterms:created xsi:type="dcterms:W3CDTF">2025-07-17T11:46:51Z</dcterms:created>
  <dcterms:modified xsi:type="dcterms:W3CDTF">2026-01-22T10:21:06Z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ProgID">
    <vt:lpwstr/>
  </property>
  <property fmtid="{D5CDD505-2E9C-101B-9397-08002B2CF9AE}" pid="3" name="ComplianceAssetId">
    <vt:lpwstr/>
  </property>
  <property fmtid="{D5CDD505-2E9C-101B-9397-08002B2CF9AE}" pid="4" name="TemplateUrl">
    <vt:lpwstr/>
  </property>
  <property fmtid="{D5CDD505-2E9C-101B-9397-08002B2CF9AE}" pid="5" name="MediaServiceImageTags">
    <vt:lpwstr/>
  </property>
  <property fmtid="{D5CDD505-2E9C-101B-9397-08002B2CF9AE}" pid="6" name="ContentTypeId">
    <vt:lpwstr>0x010100A69E7DB8B5DDE74BBA6160C7CD44C34E</vt:lpwstr>
  </property>
</Properties>
</file>